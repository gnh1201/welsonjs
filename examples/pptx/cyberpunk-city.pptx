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7D88D-E439-103A-ADE1-7847EA47C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FAB7F9-68E4-A62D-4BBD-CEEFFAD48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B12193-B5D3-3DEA-7AF7-0A071809B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6D8A9C-D8B4-54D5-4410-F68C614E6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B5782-5DB5-3B1B-BC4A-00259E09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03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4BE2B-02F4-907E-CCCE-DC3D3C0BF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6D0D48-3DC7-94C5-E1DA-CEB9B9F2F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CC591-78F3-D2BE-C820-F7A77D3C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F294C-7AF6-6BA4-8F9E-9AA0CDDB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6598CC-EEC5-8550-481B-E4C745AC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516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AED27-6007-6162-D902-52EF0F67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DA4B80-51EC-A879-E220-9EB820112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8624D3-AC40-0577-2748-65ACB355D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A843EE-D49F-EFC2-56CD-AA8E44CC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4E0147-2145-8FA6-8A39-F3CBAFB3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87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891DA-B557-B302-E65B-48990E23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F020A1-CFFD-20A6-F7CA-07B9D77F1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D9A5FD-5B90-762D-F139-58AD55900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290D58-8BFF-4A58-8E54-38686B4B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356343-1319-5AFA-831C-384E7236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3EE7E1-83E9-98C5-A792-171E17EC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15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C4652-3FCB-B3A4-0A68-E74C7C38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C541E0-5450-628F-8011-CDB5B9093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3123F1-9D05-5FAA-7C9D-5BB4C3594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B9A342-DFE9-D2AA-D235-F2F5DD91B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851D18-42FD-A4A2-C37D-FA7658489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3D5ED8-888E-7E50-1A7D-03D0E809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7A917A-04D1-4086-86AA-53A0142D5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BECAED-18C2-C810-06DA-CE084989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544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08774-5DBE-CA81-0496-ED1FE198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4792EF-44BA-94AB-81FB-A172D2B08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82CDBA-4E6A-04F6-D2EC-3B86A56C4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D9DAC7-7FE7-F2D5-9BCE-8E4C4439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34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7C4839-F976-9D4B-E52A-A6782556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362C39-5379-A23C-D664-21D10287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256A61-FFC6-AA55-40EC-0B85C492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540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70B4C-9782-CA23-5844-EF05E101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CEA402-7E64-3D00-C946-85FB27E6A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1C5300-A9EA-2D9A-0672-3F591A8D9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74CEC0-BF19-AC87-91D3-DB9BDF89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872361-93C4-9FED-6584-994113B61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606163-FC71-2532-7443-D96D14E1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475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1D352-0811-B628-56F3-9A476E2B3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4016B0-4FCB-16B2-8A6C-E0403B667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99A9FE-2AE5-E621-9D04-1D01AFB9C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130CA6-E50E-7BF0-BEB2-459EED3EF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9FF69D-7197-29C3-3A60-9B993942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9F53F4-FA9B-EAA7-E2E4-93BC90C3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92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3510E-FB2B-4EAC-2932-6915D934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880037-5F77-BC4D-245F-C3EB9A8D4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45DCE-8EBB-F112-86D2-6956B503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F15F01-A8D3-B774-7E82-3510308DB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55B104-138C-8E1D-BB02-9AD0B831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29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442E10-0A2B-C9CC-DE6A-FD07C0B5F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312902-53B9-6319-0816-3C529DD3C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E12C5-256D-D37E-73E5-74DB1A52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870AFD-0390-53E7-55BF-E79571EE7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26995-40B9-F6DE-7CC8-4044D172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736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D7B3CDB-B29C-8EF6-EAB0-A3CBBB46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A78BB6-03AC-9A00-5AE5-1DCF82DEA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A03616-568E-A2D1-0FD8-666D4BB64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AAF428-0438-4B5D-9C8D-2AEF65E47F9D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D97655-76B3-F441-B285-36A6A44E9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BE158-8D02-94D1-E9F3-F58E34F5D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0AB65-6733-47CB-8B3A-1AC269371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91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08AC07-0F93-B13E-75EC-1AE0162E19AD}"/>
              </a:ext>
            </a:extLst>
          </p:cNvPr>
          <p:cNvSpPr/>
          <p:nvPr/>
        </p:nvSpPr>
        <p:spPr>
          <a:xfrm>
            <a:off x="0" y="0"/>
            <a:ext cx="12192000" cy="3909060"/>
          </a:xfrm>
          <a:prstGeom prst="rect">
            <a:avLst/>
          </a:prstGeom>
          <a:solidFill>
            <a:srgbClr val="050819"/>
          </a:solidFill>
          <a:ln>
            <a:solidFill>
              <a:srgbClr val="0508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371D54-D123-F5D5-6274-6D7137B943B6}"/>
              </a:ext>
            </a:extLst>
          </p:cNvPr>
          <p:cNvSpPr/>
          <p:nvPr/>
        </p:nvSpPr>
        <p:spPr>
          <a:xfrm>
            <a:off x="0" y="3909060"/>
            <a:ext cx="12192000" cy="2948940"/>
          </a:xfrm>
          <a:prstGeom prst="rect">
            <a:avLst/>
          </a:prstGeom>
          <a:solidFill>
            <a:srgbClr val="090E27"/>
          </a:solidFill>
          <a:ln>
            <a:solidFill>
              <a:srgbClr val="090E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B94E1EA-941E-7B16-E80B-E69E83B8752D}"/>
              </a:ext>
            </a:extLst>
          </p:cNvPr>
          <p:cNvSpPr/>
          <p:nvPr/>
        </p:nvSpPr>
        <p:spPr>
          <a:xfrm>
            <a:off x="8046720" y="651510"/>
            <a:ext cx="2560319" cy="2560320"/>
          </a:xfrm>
          <a:prstGeom prst="ellipse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BC4502B-2F47-FAB5-F06A-EAC0DAE05C3D}"/>
              </a:ext>
            </a:extLst>
          </p:cNvPr>
          <p:cNvSpPr/>
          <p:nvPr/>
        </p:nvSpPr>
        <p:spPr>
          <a:xfrm>
            <a:off x="8351520" y="822960"/>
            <a:ext cx="1950719" cy="1950720"/>
          </a:xfrm>
          <a:prstGeom prst="ellipse">
            <a:avLst/>
          </a:prstGeom>
          <a:solidFill>
            <a:srgbClr val="FF7772"/>
          </a:solidFill>
          <a:ln>
            <a:solidFill>
              <a:srgbClr val="FF77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66C90E-CBA3-A062-A5DF-F8E0B39423E5}"/>
              </a:ext>
            </a:extLst>
          </p:cNvPr>
          <p:cNvSpPr/>
          <p:nvPr/>
        </p:nvSpPr>
        <p:spPr>
          <a:xfrm>
            <a:off x="8046720" y="1817370"/>
            <a:ext cx="2560319" cy="48006"/>
          </a:xfrm>
          <a:prstGeom prst="rect">
            <a:avLst/>
          </a:prstGeom>
          <a:solidFill>
            <a:srgbClr val="050819"/>
          </a:solidFill>
          <a:ln>
            <a:solidFill>
              <a:srgbClr val="0508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E47169-BB17-99F2-03EA-0E0088BDBF1D}"/>
              </a:ext>
            </a:extLst>
          </p:cNvPr>
          <p:cNvSpPr/>
          <p:nvPr/>
        </p:nvSpPr>
        <p:spPr>
          <a:xfrm>
            <a:off x="8046720" y="1927098"/>
            <a:ext cx="2560319" cy="48006"/>
          </a:xfrm>
          <a:prstGeom prst="rect">
            <a:avLst/>
          </a:prstGeom>
          <a:solidFill>
            <a:srgbClr val="050819"/>
          </a:solidFill>
          <a:ln>
            <a:solidFill>
              <a:srgbClr val="0508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2A7164-94BE-00A3-6B4C-690B0CC5EFFD}"/>
              </a:ext>
            </a:extLst>
          </p:cNvPr>
          <p:cNvSpPr/>
          <p:nvPr/>
        </p:nvSpPr>
        <p:spPr>
          <a:xfrm>
            <a:off x="8046720" y="2036826"/>
            <a:ext cx="2560319" cy="48006"/>
          </a:xfrm>
          <a:prstGeom prst="rect">
            <a:avLst/>
          </a:prstGeom>
          <a:solidFill>
            <a:srgbClr val="050819"/>
          </a:solidFill>
          <a:ln>
            <a:solidFill>
              <a:srgbClr val="0508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6DEFE4-A3E1-61E3-B63B-67A5A1D2C3EA}"/>
              </a:ext>
            </a:extLst>
          </p:cNvPr>
          <p:cNvSpPr/>
          <p:nvPr/>
        </p:nvSpPr>
        <p:spPr>
          <a:xfrm>
            <a:off x="8046720" y="2146554"/>
            <a:ext cx="2560319" cy="48006"/>
          </a:xfrm>
          <a:prstGeom prst="rect">
            <a:avLst/>
          </a:prstGeom>
          <a:solidFill>
            <a:srgbClr val="050819"/>
          </a:solidFill>
          <a:ln>
            <a:solidFill>
              <a:srgbClr val="0508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D86777-1F9E-CA9C-1886-81250DAF584A}"/>
              </a:ext>
            </a:extLst>
          </p:cNvPr>
          <p:cNvSpPr/>
          <p:nvPr/>
        </p:nvSpPr>
        <p:spPr>
          <a:xfrm>
            <a:off x="8046720" y="2256282"/>
            <a:ext cx="2560319" cy="48006"/>
          </a:xfrm>
          <a:prstGeom prst="rect">
            <a:avLst/>
          </a:prstGeom>
          <a:solidFill>
            <a:srgbClr val="050819"/>
          </a:solidFill>
          <a:ln>
            <a:solidFill>
              <a:srgbClr val="0508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E92A476-12B3-7662-AA49-28CEABFF7C2D}"/>
              </a:ext>
            </a:extLst>
          </p:cNvPr>
          <p:cNvSpPr/>
          <p:nvPr/>
        </p:nvSpPr>
        <p:spPr>
          <a:xfrm>
            <a:off x="853440" y="54864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7795F6E-350A-9218-8A96-1BFF818D492F}"/>
              </a:ext>
            </a:extLst>
          </p:cNvPr>
          <p:cNvSpPr/>
          <p:nvPr/>
        </p:nvSpPr>
        <p:spPr>
          <a:xfrm>
            <a:off x="1950720" y="116586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CA057D2-544F-0EDF-2BBD-F727F4B6248A}"/>
              </a:ext>
            </a:extLst>
          </p:cNvPr>
          <p:cNvSpPr/>
          <p:nvPr/>
        </p:nvSpPr>
        <p:spPr>
          <a:xfrm>
            <a:off x="3535680" y="61722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8E4E783-919B-4175-5E4A-F55E6B49DCC3}"/>
              </a:ext>
            </a:extLst>
          </p:cNvPr>
          <p:cNvSpPr/>
          <p:nvPr/>
        </p:nvSpPr>
        <p:spPr>
          <a:xfrm>
            <a:off x="5120640" y="137160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6C46779-E207-4563-9DD1-81705D84136F}"/>
              </a:ext>
            </a:extLst>
          </p:cNvPr>
          <p:cNvSpPr/>
          <p:nvPr/>
        </p:nvSpPr>
        <p:spPr>
          <a:xfrm>
            <a:off x="6583680" y="75438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EDFCB1D-E387-D4B3-42CA-2BA69E7CA1E5}"/>
              </a:ext>
            </a:extLst>
          </p:cNvPr>
          <p:cNvSpPr/>
          <p:nvPr/>
        </p:nvSpPr>
        <p:spPr>
          <a:xfrm>
            <a:off x="9997440" y="48006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6BFF814-4662-155D-8F70-4681CE144964}"/>
              </a:ext>
            </a:extLst>
          </p:cNvPr>
          <p:cNvSpPr/>
          <p:nvPr/>
        </p:nvSpPr>
        <p:spPr>
          <a:xfrm>
            <a:off x="11216640" y="150876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FE3C948-8485-9ECA-FAA0-D224019E64E6}"/>
              </a:ext>
            </a:extLst>
          </p:cNvPr>
          <p:cNvSpPr/>
          <p:nvPr/>
        </p:nvSpPr>
        <p:spPr>
          <a:xfrm>
            <a:off x="7071360" y="198882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D2E19FF-7B75-A03F-E65E-847D521ADBCF}"/>
              </a:ext>
            </a:extLst>
          </p:cNvPr>
          <p:cNvSpPr/>
          <p:nvPr/>
        </p:nvSpPr>
        <p:spPr>
          <a:xfrm>
            <a:off x="1341120" y="226314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02DBF55-B79D-C7F3-1AC2-0344E5572DA3}"/>
              </a:ext>
            </a:extLst>
          </p:cNvPr>
          <p:cNvSpPr/>
          <p:nvPr/>
        </p:nvSpPr>
        <p:spPr>
          <a:xfrm>
            <a:off x="4389120" y="205740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9456A2B-EA7E-991F-1E42-37422F914133}"/>
              </a:ext>
            </a:extLst>
          </p:cNvPr>
          <p:cNvSpPr/>
          <p:nvPr/>
        </p:nvSpPr>
        <p:spPr>
          <a:xfrm>
            <a:off x="5974080" y="41148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D148687-D3A0-1FED-AE16-341C2D11BE62}"/>
              </a:ext>
            </a:extLst>
          </p:cNvPr>
          <p:cNvSpPr/>
          <p:nvPr/>
        </p:nvSpPr>
        <p:spPr>
          <a:xfrm>
            <a:off x="10728960" y="2331720"/>
            <a:ext cx="25400" cy="25400"/>
          </a:xfrm>
          <a:prstGeom prst="ellipse">
            <a:avLst/>
          </a:prstGeom>
          <a:solidFill>
            <a:srgbClr val="DEF4FF"/>
          </a:solidFill>
          <a:ln>
            <a:solidFill>
              <a:srgbClr val="DE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7292BC-3B74-1290-E790-6B50FEFD5D88}"/>
              </a:ext>
            </a:extLst>
          </p:cNvPr>
          <p:cNvSpPr/>
          <p:nvPr/>
        </p:nvSpPr>
        <p:spPr>
          <a:xfrm>
            <a:off x="243840" y="2400300"/>
            <a:ext cx="975360" cy="1508760"/>
          </a:xfrm>
          <a:prstGeom prst="rect">
            <a:avLst/>
          </a:prstGeom>
          <a:solidFill>
            <a:srgbClr val="0A1A3C"/>
          </a:solidFill>
          <a:ln>
            <a:solidFill>
              <a:srgbClr val="0A1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33E7733-36E0-23FE-535F-8FCAA055832E}"/>
              </a:ext>
            </a:extLst>
          </p:cNvPr>
          <p:cNvSpPr/>
          <p:nvPr/>
        </p:nvSpPr>
        <p:spPr>
          <a:xfrm>
            <a:off x="243840" y="2400300"/>
            <a:ext cx="975360" cy="38100"/>
          </a:xfrm>
          <a:prstGeom prst="rect">
            <a:avLst/>
          </a:prstGeom>
          <a:solidFill>
            <a:srgbClr val="753CFF"/>
          </a:solidFill>
          <a:ln>
            <a:solidFill>
              <a:srgbClr val="753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1ACE73-3739-9864-1FCF-17F3EE777193}"/>
              </a:ext>
            </a:extLst>
          </p:cNvPr>
          <p:cNvSpPr/>
          <p:nvPr/>
        </p:nvSpPr>
        <p:spPr>
          <a:xfrm>
            <a:off x="358140" y="2603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04038DF-CF7D-0A19-8206-3A0E498B58E3}"/>
              </a:ext>
            </a:extLst>
          </p:cNvPr>
          <p:cNvSpPr/>
          <p:nvPr/>
        </p:nvSpPr>
        <p:spPr>
          <a:xfrm>
            <a:off x="586740" y="2603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E79BDC9-3820-FE06-919D-0748732E1D16}"/>
              </a:ext>
            </a:extLst>
          </p:cNvPr>
          <p:cNvSpPr/>
          <p:nvPr/>
        </p:nvSpPr>
        <p:spPr>
          <a:xfrm>
            <a:off x="815340" y="2603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82ED2A-9543-89E8-B939-3AA3507A80A9}"/>
              </a:ext>
            </a:extLst>
          </p:cNvPr>
          <p:cNvSpPr/>
          <p:nvPr/>
        </p:nvSpPr>
        <p:spPr>
          <a:xfrm>
            <a:off x="1043940" y="2603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0AC968-0E80-BE50-D8EF-087FC8FD6B34}"/>
              </a:ext>
            </a:extLst>
          </p:cNvPr>
          <p:cNvSpPr/>
          <p:nvPr/>
        </p:nvSpPr>
        <p:spPr>
          <a:xfrm>
            <a:off x="358140" y="3238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1658A8D-6F08-5979-6542-4BC17A0BFFAA}"/>
              </a:ext>
            </a:extLst>
          </p:cNvPr>
          <p:cNvSpPr/>
          <p:nvPr/>
        </p:nvSpPr>
        <p:spPr>
          <a:xfrm>
            <a:off x="586740" y="3238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9C71102-49EA-1949-3D32-70A57F46C3F7}"/>
              </a:ext>
            </a:extLst>
          </p:cNvPr>
          <p:cNvSpPr/>
          <p:nvPr/>
        </p:nvSpPr>
        <p:spPr>
          <a:xfrm>
            <a:off x="815340" y="3238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AEEFF3A-8CEB-DF82-224A-B2164767B414}"/>
              </a:ext>
            </a:extLst>
          </p:cNvPr>
          <p:cNvSpPr/>
          <p:nvPr/>
        </p:nvSpPr>
        <p:spPr>
          <a:xfrm>
            <a:off x="1043940" y="3238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EC210DF-9FBE-5896-D899-DBB835AB87CC}"/>
              </a:ext>
            </a:extLst>
          </p:cNvPr>
          <p:cNvSpPr/>
          <p:nvPr/>
        </p:nvSpPr>
        <p:spPr>
          <a:xfrm>
            <a:off x="358140" y="35560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4207196-C372-25A5-F090-4A7F94F8CE2C}"/>
              </a:ext>
            </a:extLst>
          </p:cNvPr>
          <p:cNvSpPr/>
          <p:nvPr/>
        </p:nvSpPr>
        <p:spPr>
          <a:xfrm>
            <a:off x="586740" y="35560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0CD4170-C041-26E0-07C0-F80BB82AD1C8}"/>
              </a:ext>
            </a:extLst>
          </p:cNvPr>
          <p:cNvSpPr/>
          <p:nvPr/>
        </p:nvSpPr>
        <p:spPr>
          <a:xfrm>
            <a:off x="815340" y="35560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3AA16DD-A01F-3A64-AD65-525FCC7E1F52}"/>
              </a:ext>
            </a:extLst>
          </p:cNvPr>
          <p:cNvSpPr/>
          <p:nvPr/>
        </p:nvSpPr>
        <p:spPr>
          <a:xfrm>
            <a:off x="1043940" y="35560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25DCA51-3FB8-9921-7D27-71AC46B75FE6}"/>
              </a:ext>
            </a:extLst>
          </p:cNvPr>
          <p:cNvSpPr/>
          <p:nvPr/>
        </p:nvSpPr>
        <p:spPr>
          <a:xfrm>
            <a:off x="1341120" y="1920240"/>
            <a:ext cx="1219200" cy="1988820"/>
          </a:xfrm>
          <a:prstGeom prst="rect">
            <a:avLst/>
          </a:prstGeom>
          <a:solidFill>
            <a:srgbClr val="0A1A3C"/>
          </a:solidFill>
          <a:ln>
            <a:solidFill>
              <a:srgbClr val="0A1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E0067C8-9AA2-8414-DA50-525815711D24}"/>
              </a:ext>
            </a:extLst>
          </p:cNvPr>
          <p:cNvSpPr/>
          <p:nvPr/>
        </p:nvSpPr>
        <p:spPr>
          <a:xfrm>
            <a:off x="1341120" y="1920240"/>
            <a:ext cx="1219200" cy="38100"/>
          </a:xfrm>
          <a:prstGeom prst="rect">
            <a:avLst/>
          </a:prstGeom>
          <a:solidFill>
            <a:srgbClr val="753CFF"/>
          </a:solidFill>
          <a:ln>
            <a:solidFill>
              <a:srgbClr val="753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A378A91-825A-754D-B2B4-CE5E9FA37563}"/>
              </a:ext>
            </a:extLst>
          </p:cNvPr>
          <p:cNvSpPr/>
          <p:nvPr/>
        </p:nvSpPr>
        <p:spPr>
          <a:xfrm>
            <a:off x="1455420" y="21234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705AE08-A45B-358E-9B76-8FFBFD0DE653}"/>
              </a:ext>
            </a:extLst>
          </p:cNvPr>
          <p:cNvSpPr/>
          <p:nvPr/>
        </p:nvSpPr>
        <p:spPr>
          <a:xfrm>
            <a:off x="1684020" y="21234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DE3FEF0-00B1-86A9-6B45-AEAD150FB5C7}"/>
              </a:ext>
            </a:extLst>
          </p:cNvPr>
          <p:cNvSpPr/>
          <p:nvPr/>
        </p:nvSpPr>
        <p:spPr>
          <a:xfrm>
            <a:off x="1912620" y="21234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F0B98C3-02AC-C438-9C56-6066C83770AD}"/>
              </a:ext>
            </a:extLst>
          </p:cNvPr>
          <p:cNvSpPr/>
          <p:nvPr/>
        </p:nvSpPr>
        <p:spPr>
          <a:xfrm>
            <a:off x="2141220" y="21234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FE4B4C5-512E-4BB6-D66F-99CB5D62A08E}"/>
              </a:ext>
            </a:extLst>
          </p:cNvPr>
          <p:cNvSpPr/>
          <p:nvPr/>
        </p:nvSpPr>
        <p:spPr>
          <a:xfrm>
            <a:off x="2369820" y="21234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76789FA-DFE3-BD09-FA0F-47493AEA4F3E}"/>
              </a:ext>
            </a:extLst>
          </p:cNvPr>
          <p:cNvSpPr/>
          <p:nvPr/>
        </p:nvSpPr>
        <p:spPr>
          <a:xfrm>
            <a:off x="1455420" y="27584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88F8747-02F0-F195-0F9D-D4E9239BBF1C}"/>
              </a:ext>
            </a:extLst>
          </p:cNvPr>
          <p:cNvSpPr/>
          <p:nvPr/>
        </p:nvSpPr>
        <p:spPr>
          <a:xfrm>
            <a:off x="1684020" y="27584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DD2A963-6504-3CE6-0A3C-35C2CB3EDD77}"/>
              </a:ext>
            </a:extLst>
          </p:cNvPr>
          <p:cNvSpPr/>
          <p:nvPr/>
        </p:nvSpPr>
        <p:spPr>
          <a:xfrm>
            <a:off x="1912620" y="27584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3AFB2BB-A1E4-899D-7C7E-DEA7167A3689}"/>
              </a:ext>
            </a:extLst>
          </p:cNvPr>
          <p:cNvSpPr/>
          <p:nvPr/>
        </p:nvSpPr>
        <p:spPr>
          <a:xfrm>
            <a:off x="2141220" y="27584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53E44AA-3ED5-0F94-F430-39DBCDE00D59}"/>
              </a:ext>
            </a:extLst>
          </p:cNvPr>
          <p:cNvSpPr/>
          <p:nvPr/>
        </p:nvSpPr>
        <p:spPr>
          <a:xfrm>
            <a:off x="2369820" y="27584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D9D9F72-7228-4408-7E84-ADD732B50672}"/>
              </a:ext>
            </a:extLst>
          </p:cNvPr>
          <p:cNvSpPr/>
          <p:nvPr/>
        </p:nvSpPr>
        <p:spPr>
          <a:xfrm>
            <a:off x="1455420" y="30759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6B96CE9-87FB-C235-133D-5E9165B14E30}"/>
              </a:ext>
            </a:extLst>
          </p:cNvPr>
          <p:cNvSpPr/>
          <p:nvPr/>
        </p:nvSpPr>
        <p:spPr>
          <a:xfrm>
            <a:off x="1684020" y="30759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A76E3B-3936-A578-82DE-96046B5AFC8B}"/>
              </a:ext>
            </a:extLst>
          </p:cNvPr>
          <p:cNvSpPr/>
          <p:nvPr/>
        </p:nvSpPr>
        <p:spPr>
          <a:xfrm>
            <a:off x="1912620" y="30759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5E97D8E-6858-F42D-9920-B1D52CB1C614}"/>
              </a:ext>
            </a:extLst>
          </p:cNvPr>
          <p:cNvSpPr/>
          <p:nvPr/>
        </p:nvSpPr>
        <p:spPr>
          <a:xfrm>
            <a:off x="2141220" y="30759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60F2E36-2197-61FD-28B8-A7ED7E413AC3}"/>
              </a:ext>
            </a:extLst>
          </p:cNvPr>
          <p:cNvSpPr/>
          <p:nvPr/>
        </p:nvSpPr>
        <p:spPr>
          <a:xfrm>
            <a:off x="2369820" y="30759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AC797C8-DF3A-D540-A148-418AE4C7B1AB}"/>
              </a:ext>
            </a:extLst>
          </p:cNvPr>
          <p:cNvSpPr/>
          <p:nvPr/>
        </p:nvSpPr>
        <p:spPr>
          <a:xfrm>
            <a:off x="1455420" y="37109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C43DF32-7BF1-EE64-9929-6D5E4F2B40D2}"/>
              </a:ext>
            </a:extLst>
          </p:cNvPr>
          <p:cNvSpPr/>
          <p:nvPr/>
        </p:nvSpPr>
        <p:spPr>
          <a:xfrm>
            <a:off x="1684020" y="37109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A1FF806-B4A8-E207-EFC7-11B27871B9F4}"/>
              </a:ext>
            </a:extLst>
          </p:cNvPr>
          <p:cNvSpPr/>
          <p:nvPr/>
        </p:nvSpPr>
        <p:spPr>
          <a:xfrm>
            <a:off x="1912620" y="37109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DB7D62E-47D8-9BAD-7BA5-27EEAF8F8E25}"/>
              </a:ext>
            </a:extLst>
          </p:cNvPr>
          <p:cNvSpPr/>
          <p:nvPr/>
        </p:nvSpPr>
        <p:spPr>
          <a:xfrm>
            <a:off x="2141220" y="37109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1EE66AD-BE1A-98F9-0AE7-C80804DA3F73}"/>
              </a:ext>
            </a:extLst>
          </p:cNvPr>
          <p:cNvSpPr/>
          <p:nvPr/>
        </p:nvSpPr>
        <p:spPr>
          <a:xfrm>
            <a:off x="2369820" y="37109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D7FC8E0-904F-4F79-51DC-DA2D22E68DC7}"/>
              </a:ext>
            </a:extLst>
          </p:cNvPr>
          <p:cNvSpPr/>
          <p:nvPr/>
        </p:nvSpPr>
        <p:spPr>
          <a:xfrm>
            <a:off x="2804160" y="2606040"/>
            <a:ext cx="853440" cy="1303020"/>
          </a:xfrm>
          <a:prstGeom prst="rect">
            <a:avLst/>
          </a:prstGeom>
          <a:solidFill>
            <a:srgbClr val="0A1A3C"/>
          </a:solidFill>
          <a:ln>
            <a:solidFill>
              <a:srgbClr val="0A1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003EB30-F02E-6C9E-B724-AD7E76233012}"/>
              </a:ext>
            </a:extLst>
          </p:cNvPr>
          <p:cNvSpPr/>
          <p:nvPr/>
        </p:nvSpPr>
        <p:spPr>
          <a:xfrm>
            <a:off x="2804160" y="2606040"/>
            <a:ext cx="853440" cy="38100"/>
          </a:xfrm>
          <a:prstGeom prst="rect">
            <a:avLst/>
          </a:prstGeom>
          <a:solidFill>
            <a:srgbClr val="753CFF"/>
          </a:solidFill>
          <a:ln>
            <a:solidFill>
              <a:srgbClr val="753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F73D84D-50E4-DF2E-36D7-30103984215B}"/>
              </a:ext>
            </a:extLst>
          </p:cNvPr>
          <p:cNvSpPr/>
          <p:nvPr/>
        </p:nvSpPr>
        <p:spPr>
          <a:xfrm>
            <a:off x="2918460" y="31267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95BAEA2-6960-2B03-3816-0F6895018CE6}"/>
              </a:ext>
            </a:extLst>
          </p:cNvPr>
          <p:cNvSpPr/>
          <p:nvPr/>
        </p:nvSpPr>
        <p:spPr>
          <a:xfrm>
            <a:off x="3147060" y="31267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6031027-9655-7F5C-9D38-B7C7BD7E4942}"/>
              </a:ext>
            </a:extLst>
          </p:cNvPr>
          <p:cNvSpPr/>
          <p:nvPr/>
        </p:nvSpPr>
        <p:spPr>
          <a:xfrm>
            <a:off x="3375660" y="31267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E20F2E9-3BCE-30E1-822D-9B255C9153A9}"/>
              </a:ext>
            </a:extLst>
          </p:cNvPr>
          <p:cNvSpPr/>
          <p:nvPr/>
        </p:nvSpPr>
        <p:spPr>
          <a:xfrm>
            <a:off x="2918460" y="34442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2770AD9-B3AA-20E0-D6D5-1173C514EF21}"/>
              </a:ext>
            </a:extLst>
          </p:cNvPr>
          <p:cNvSpPr/>
          <p:nvPr/>
        </p:nvSpPr>
        <p:spPr>
          <a:xfrm>
            <a:off x="3147060" y="34442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34D7F65-84E7-6F75-2BC6-BF03318FF86B}"/>
              </a:ext>
            </a:extLst>
          </p:cNvPr>
          <p:cNvSpPr/>
          <p:nvPr/>
        </p:nvSpPr>
        <p:spPr>
          <a:xfrm>
            <a:off x="3375660" y="34442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1A7D4CC-F101-637D-0FCF-7E1D2DE1F68B}"/>
              </a:ext>
            </a:extLst>
          </p:cNvPr>
          <p:cNvSpPr/>
          <p:nvPr/>
        </p:nvSpPr>
        <p:spPr>
          <a:xfrm>
            <a:off x="3779520" y="1577340"/>
            <a:ext cx="1341120" cy="2331720"/>
          </a:xfrm>
          <a:prstGeom prst="rect">
            <a:avLst/>
          </a:prstGeom>
          <a:solidFill>
            <a:srgbClr val="0A1A3C"/>
          </a:solidFill>
          <a:ln>
            <a:solidFill>
              <a:srgbClr val="0A1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90D1562-9CC2-9260-9EB1-215166755AF7}"/>
              </a:ext>
            </a:extLst>
          </p:cNvPr>
          <p:cNvSpPr/>
          <p:nvPr/>
        </p:nvSpPr>
        <p:spPr>
          <a:xfrm>
            <a:off x="3779520" y="1577340"/>
            <a:ext cx="1341120" cy="38100"/>
          </a:xfrm>
          <a:prstGeom prst="rect">
            <a:avLst/>
          </a:prstGeom>
          <a:solidFill>
            <a:srgbClr val="753CFF"/>
          </a:solidFill>
          <a:ln>
            <a:solidFill>
              <a:srgbClr val="753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7A9225F-7416-A193-1F37-29212AF12064}"/>
              </a:ext>
            </a:extLst>
          </p:cNvPr>
          <p:cNvSpPr/>
          <p:nvPr/>
        </p:nvSpPr>
        <p:spPr>
          <a:xfrm>
            <a:off x="3893820" y="1780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C3153F6-332E-1750-DC4C-6429E87CC9C0}"/>
              </a:ext>
            </a:extLst>
          </p:cNvPr>
          <p:cNvSpPr/>
          <p:nvPr/>
        </p:nvSpPr>
        <p:spPr>
          <a:xfrm>
            <a:off x="4122420" y="1780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87F7266-9D41-C10D-0915-6CFE616606FB}"/>
              </a:ext>
            </a:extLst>
          </p:cNvPr>
          <p:cNvSpPr/>
          <p:nvPr/>
        </p:nvSpPr>
        <p:spPr>
          <a:xfrm>
            <a:off x="4351020" y="1780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9059D3F-1692-54EA-699A-7F8C31E2D3C1}"/>
              </a:ext>
            </a:extLst>
          </p:cNvPr>
          <p:cNvSpPr/>
          <p:nvPr/>
        </p:nvSpPr>
        <p:spPr>
          <a:xfrm>
            <a:off x="4579620" y="1780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2DB888-0CEE-63A1-0B89-3E094441B596}"/>
              </a:ext>
            </a:extLst>
          </p:cNvPr>
          <p:cNvSpPr/>
          <p:nvPr/>
        </p:nvSpPr>
        <p:spPr>
          <a:xfrm>
            <a:off x="4808220" y="1780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4F4CB08-106F-C6CD-D727-BBEF75290130}"/>
              </a:ext>
            </a:extLst>
          </p:cNvPr>
          <p:cNvSpPr/>
          <p:nvPr/>
        </p:nvSpPr>
        <p:spPr>
          <a:xfrm>
            <a:off x="5036820" y="1780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EB3357D-8804-2DC1-E2E9-297B127EB632}"/>
              </a:ext>
            </a:extLst>
          </p:cNvPr>
          <p:cNvSpPr/>
          <p:nvPr/>
        </p:nvSpPr>
        <p:spPr>
          <a:xfrm>
            <a:off x="3893820" y="241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6F797AC-BAA1-0B6E-A456-D35C41EE4DD1}"/>
              </a:ext>
            </a:extLst>
          </p:cNvPr>
          <p:cNvSpPr/>
          <p:nvPr/>
        </p:nvSpPr>
        <p:spPr>
          <a:xfrm>
            <a:off x="4122420" y="241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55EDE18-1075-145B-9533-9412F96B593A}"/>
              </a:ext>
            </a:extLst>
          </p:cNvPr>
          <p:cNvSpPr/>
          <p:nvPr/>
        </p:nvSpPr>
        <p:spPr>
          <a:xfrm>
            <a:off x="4351020" y="241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F0FC240-F00D-A639-D2B8-F6047A4445FB}"/>
              </a:ext>
            </a:extLst>
          </p:cNvPr>
          <p:cNvSpPr/>
          <p:nvPr/>
        </p:nvSpPr>
        <p:spPr>
          <a:xfrm>
            <a:off x="4579620" y="241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EDFAE8-B542-7455-DF9F-836FD2EF493C}"/>
              </a:ext>
            </a:extLst>
          </p:cNvPr>
          <p:cNvSpPr/>
          <p:nvPr/>
        </p:nvSpPr>
        <p:spPr>
          <a:xfrm>
            <a:off x="4808220" y="241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42A6681-BE91-392B-6048-3DD5DEB8F237}"/>
              </a:ext>
            </a:extLst>
          </p:cNvPr>
          <p:cNvSpPr/>
          <p:nvPr/>
        </p:nvSpPr>
        <p:spPr>
          <a:xfrm>
            <a:off x="5036820" y="241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5834598-43AF-E0D0-E670-3F6CF85E267F}"/>
              </a:ext>
            </a:extLst>
          </p:cNvPr>
          <p:cNvSpPr/>
          <p:nvPr/>
        </p:nvSpPr>
        <p:spPr>
          <a:xfrm>
            <a:off x="3893820" y="2733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1CAA1A0-529C-7783-3BBA-D11CE711B62E}"/>
              </a:ext>
            </a:extLst>
          </p:cNvPr>
          <p:cNvSpPr/>
          <p:nvPr/>
        </p:nvSpPr>
        <p:spPr>
          <a:xfrm>
            <a:off x="4122420" y="2733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4253E3-C68B-0EA2-6B08-A2E4EF82851C}"/>
              </a:ext>
            </a:extLst>
          </p:cNvPr>
          <p:cNvSpPr/>
          <p:nvPr/>
        </p:nvSpPr>
        <p:spPr>
          <a:xfrm>
            <a:off x="4351020" y="2733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F84FF61-B246-355D-7CCE-E3F8CEED503E}"/>
              </a:ext>
            </a:extLst>
          </p:cNvPr>
          <p:cNvSpPr/>
          <p:nvPr/>
        </p:nvSpPr>
        <p:spPr>
          <a:xfrm>
            <a:off x="4579620" y="2733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966CA33-6511-6E20-95CB-337B0101B5A9}"/>
              </a:ext>
            </a:extLst>
          </p:cNvPr>
          <p:cNvSpPr/>
          <p:nvPr/>
        </p:nvSpPr>
        <p:spPr>
          <a:xfrm>
            <a:off x="4808220" y="2733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1F9B27F-DC19-A047-5873-14C53D6FCA2E}"/>
              </a:ext>
            </a:extLst>
          </p:cNvPr>
          <p:cNvSpPr/>
          <p:nvPr/>
        </p:nvSpPr>
        <p:spPr>
          <a:xfrm>
            <a:off x="5036820" y="2733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A2927D61-BA82-FD71-9346-EF57C18C6DB9}"/>
              </a:ext>
            </a:extLst>
          </p:cNvPr>
          <p:cNvSpPr/>
          <p:nvPr/>
        </p:nvSpPr>
        <p:spPr>
          <a:xfrm>
            <a:off x="3893820" y="3368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7A44FC61-0FC2-43EA-44EA-5430DB8ACF81}"/>
              </a:ext>
            </a:extLst>
          </p:cNvPr>
          <p:cNvSpPr/>
          <p:nvPr/>
        </p:nvSpPr>
        <p:spPr>
          <a:xfrm>
            <a:off x="4122420" y="3368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B0750A8-C51E-EAF9-AFE9-796064E1E362}"/>
              </a:ext>
            </a:extLst>
          </p:cNvPr>
          <p:cNvSpPr/>
          <p:nvPr/>
        </p:nvSpPr>
        <p:spPr>
          <a:xfrm>
            <a:off x="4351020" y="3368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DB3B77D-12DF-ACC8-2846-7D342A6D68F6}"/>
              </a:ext>
            </a:extLst>
          </p:cNvPr>
          <p:cNvSpPr/>
          <p:nvPr/>
        </p:nvSpPr>
        <p:spPr>
          <a:xfrm>
            <a:off x="4579620" y="3368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712194E-C90F-30C6-82A8-BA4FD09B8EDE}"/>
              </a:ext>
            </a:extLst>
          </p:cNvPr>
          <p:cNvSpPr/>
          <p:nvPr/>
        </p:nvSpPr>
        <p:spPr>
          <a:xfrm>
            <a:off x="4808220" y="3368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31C8171-56D6-0E5F-D18A-4A4B1A9F297E}"/>
              </a:ext>
            </a:extLst>
          </p:cNvPr>
          <p:cNvSpPr/>
          <p:nvPr/>
        </p:nvSpPr>
        <p:spPr>
          <a:xfrm>
            <a:off x="5036820" y="336804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E4ECC9C-2FAB-6016-2E83-352C2510CF14}"/>
              </a:ext>
            </a:extLst>
          </p:cNvPr>
          <p:cNvSpPr/>
          <p:nvPr/>
        </p:nvSpPr>
        <p:spPr>
          <a:xfrm>
            <a:off x="3893820" y="368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B2811C5-B990-D8FC-7592-C6B8D9ACA064}"/>
              </a:ext>
            </a:extLst>
          </p:cNvPr>
          <p:cNvSpPr/>
          <p:nvPr/>
        </p:nvSpPr>
        <p:spPr>
          <a:xfrm>
            <a:off x="4122420" y="368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16D4EE7-28F2-9909-80CA-E02B68108902}"/>
              </a:ext>
            </a:extLst>
          </p:cNvPr>
          <p:cNvSpPr/>
          <p:nvPr/>
        </p:nvSpPr>
        <p:spPr>
          <a:xfrm>
            <a:off x="4351020" y="368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27044094-F4F3-6CF9-5B8E-B676E73B876C}"/>
              </a:ext>
            </a:extLst>
          </p:cNvPr>
          <p:cNvSpPr/>
          <p:nvPr/>
        </p:nvSpPr>
        <p:spPr>
          <a:xfrm>
            <a:off x="4579620" y="368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B361AF5-565B-1C3B-E7D3-34D711F8AFD0}"/>
              </a:ext>
            </a:extLst>
          </p:cNvPr>
          <p:cNvSpPr/>
          <p:nvPr/>
        </p:nvSpPr>
        <p:spPr>
          <a:xfrm>
            <a:off x="4808220" y="368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403A246-02EA-A04B-798A-F4376F87A5D5}"/>
              </a:ext>
            </a:extLst>
          </p:cNvPr>
          <p:cNvSpPr/>
          <p:nvPr/>
        </p:nvSpPr>
        <p:spPr>
          <a:xfrm>
            <a:off x="5036820" y="368554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0BF94F4-9D96-A1BA-6AA4-3F484033BCD6}"/>
              </a:ext>
            </a:extLst>
          </p:cNvPr>
          <p:cNvSpPr/>
          <p:nvPr/>
        </p:nvSpPr>
        <p:spPr>
          <a:xfrm>
            <a:off x="5364480" y="2331720"/>
            <a:ext cx="975360" cy="1577340"/>
          </a:xfrm>
          <a:prstGeom prst="rect">
            <a:avLst/>
          </a:prstGeom>
          <a:solidFill>
            <a:srgbClr val="0A1A3C"/>
          </a:solidFill>
          <a:ln>
            <a:solidFill>
              <a:srgbClr val="0A1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DC147FE-D6EF-8C41-C61D-0E3B11627C84}"/>
              </a:ext>
            </a:extLst>
          </p:cNvPr>
          <p:cNvSpPr/>
          <p:nvPr/>
        </p:nvSpPr>
        <p:spPr>
          <a:xfrm>
            <a:off x="5364480" y="2331720"/>
            <a:ext cx="975360" cy="38100"/>
          </a:xfrm>
          <a:prstGeom prst="rect">
            <a:avLst/>
          </a:prstGeom>
          <a:solidFill>
            <a:srgbClr val="753CFF"/>
          </a:solidFill>
          <a:ln>
            <a:solidFill>
              <a:srgbClr val="753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70F59B8F-BA31-5A7B-48BC-62B3FA54E7C9}"/>
              </a:ext>
            </a:extLst>
          </p:cNvPr>
          <p:cNvSpPr/>
          <p:nvPr/>
        </p:nvSpPr>
        <p:spPr>
          <a:xfrm>
            <a:off x="5478780" y="285242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BD384ADF-BE13-5B10-C9B6-E334937C9599}"/>
              </a:ext>
            </a:extLst>
          </p:cNvPr>
          <p:cNvSpPr/>
          <p:nvPr/>
        </p:nvSpPr>
        <p:spPr>
          <a:xfrm>
            <a:off x="5707380" y="285242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66DABF55-8BCF-6285-6437-206DF37762EF}"/>
              </a:ext>
            </a:extLst>
          </p:cNvPr>
          <p:cNvSpPr/>
          <p:nvPr/>
        </p:nvSpPr>
        <p:spPr>
          <a:xfrm>
            <a:off x="5935980" y="285242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3953D490-D9FA-42C9-7FE8-D13E17DEAFB2}"/>
              </a:ext>
            </a:extLst>
          </p:cNvPr>
          <p:cNvSpPr/>
          <p:nvPr/>
        </p:nvSpPr>
        <p:spPr>
          <a:xfrm>
            <a:off x="6164580" y="285242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A618CBF-7006-5BDC-D113-D084BD2791A6}"/>
              </a:ext>
            </a:extLst>
          </p:cNvPr>
          <p:cNvSpPr/>
          <p:nvPr/>
        </p:nvSpPr>
        <p:spPr>
          <a:xfrm>
            <a:off x="5478780" y="316992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9693A00-9E21-1561-20F0-75C9A7197330}"/>
              </a:ext>
            </a:extLst>
          </p:cNvPr>
          <p:cNvSpPr/>
          <p:nvPr/>
        </p:nvSpPr>
        <p:spPr>
          <a:xfrm>
            <a:off x="5707380" y="316992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270EE300-8532-8D6F-39E6-76CE23217FAE}"/>
              </a:ext>
            </a:extLst>
          </p:cNvPr>
          <p:cNvSpPr/>
          <p:nvPr/>
        </p:nvSpPr>
        <p:spPr>
          <a:xfrm>
            <a:off x="5935980" y="316992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E34811AB-BDB9-5FA5-5431-F566557CE77B}"/>
              </a:ext>
            </a:extLst>
          </p:cNvPr>
          <p:cNvSpPr/>
          <p:nvPr/>
        </p:nvSpPr>
        <p:spPr>
          <a:xfrm>
            <a:off x="6164580" y="316992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43C7A32-5393-D208-C5EC-6B60668D1177}"/>
              </a:ext>
            </a:extLst>
          </p:cNvPr>
          <p:cNvSpPr/>
          <p:nvPr/>
        </p:nvSpPr>
        <p:spPr>
          <a:xfrm>
            <a:off x="5478780" y="380492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EC9E24FA-AC40-9A62-667F-2BAAEC546686}"/>
              </a:ext>
            </a:extLst>
          </p:cNvPr>
          <p:cNvSpPr/>
          <p:nvPr/>
        </p:nvSpPr>
        <p:spPr>
          <a:xfrm>
            <a:off x="5707380" y="380492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FB70A9D-F4E7-CB0A-80C9-861AE1E5D901}"/>
              </a:ext>
            </a:extLst>
          </p:cNvPr>
          <p:cNvSpPr/>
          <p:nvPr/>
        </p:nvSpPr>
        <p:spPr>
          <a:xfrm>
            <a:off x="5935980" y="380492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DB0BE177-BEE6-0024-262A-CF4C8D0CD34B}"/>
              </a:ext>
            </a:extLst>
          </p:cNvPr>
          <p:cNvSpPr/>
          <p:nvPr/>
        </p:nvSpPr>
        <p:spPr>
          <a:xfrm>
            <a:off x="6164580" y="380492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30DCA8C2-6A00-6C5F-4DA1-56B88A1F1BC7}"/>
              </a:ext>
            </a:extLst>
          </p:cNvPr>
          <p:cNvSpPr/>
          <p:nvPr/>
        </p:nvSpPr>
        <p:spPr>
          <a:xfrm>
            <a:off x="6461760" y="1851660"/>
            <a:ext cx="1219200" cy="2057400"/>
          </a:xfrm>
          <a:prstGeom prst="rect">
            <a:avLst/>
          </a:prstGeom>
          <a:solidFill>
            <a:srgbClr val="0A1A3C"/>
          </a:solidFill>
          <a:ln>
            <a:solidFill>
              <a:srgbClr val="0A1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01C5B89-03D5-FE20-FA1E-597D089907FC}"/>
              </a:ext>
            </a:extLst>
          </p:cNvPr>
          <p:cNvSpPr/>
          <p:nvPr/>
        </p:nvSpPr>
        <p:spPr>
          <a:xfrm>
            <a:off x="6461760" y="1851660"/>
            <a:ext cx="1219200" cy="38100"/>
          </a:xfrm>
          <a:prstGeom prst="rect">
            <a:avLst/>
          </a:prstGeom>
          <a:solidFill>
            <a:srgbClr val="753CFF"/>
          </a:solidFill>
          <a:ln>
            <a:solidFill>
              <a:srgbClr val="753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36BC6F2-7E24-6BAA-FF10-7218619382C6}"/>
              </a:ext>
            </a:extLst>
          </p:cNvPr>
          <p:cNvSpPr/>
          <p:nvPr/>
        </p:nvSpPr>
        <p:spPr>
          <a:xfrm>
            <a:off x="6576060" y="237236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75E8F73E-4EC7-E08C-4A5E-57BAAD75C18F}"/>
              </a:ext>
            </a:extLst>
          </p:cNvPr>
          <p:cNvSpPr/>
          <p:nvPr/>
        </p:nvSpPr>
        <p:spPr>
          <a:xfrm>
            <a:off x="6804660" y="237236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0C83E85-90E5-9FB4-22BE-FFA3C150E110}"/>
              </a:ext>
            </a:extLst>
          </p:cNvPr>
          <p:cNvSpPr/>
          <p:nvPr/>
        </p:nvSpPr>
        <p:spPr>
          <a:xfrm>
            <a:off x="7033260" y="237236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F52BCFD6-46A7-CA6C-4599-BB98774D4544}"/>
              </a:ext>
            </a:extLst>
          </p:cNvPr>
          <p:cNvSpPr/>
          <p:nvPr/>
        </p:nvSpPr>
        <p:spPr>
          <a:xfrm>
            <a:off x="7261860" y="237236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2675EF3-A376-F494-7DD5-A5838FE45536}"/>
              </a:ext>
            </a:extLst>
          </p:cNvPr>
          <p:cNvSpPr/>
          <p:nvPr/>
        </p:nvSpPr>
        <p:spPr>
          <a:xfrm>
            <a:off x="7490460" y="237236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0B43360-0B6E-47F2-A832-7C14DFA4F731}"/>
              </a:ext>
            </a:extLst>
          </p:cNvPr>
          <p:cNvSpPr/>
          <p:nvPr/>
        </p:nvSpPr>
        <p:spPr>
          <a:xfrm>
            <a:off x="6576060" y="268986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A58FF4ED-AFD9-D09C-87E8-0EF23B017D82}"/>
              </a:ext>
            </a:extLst>
          </p:cNvPr>
          <p:cNvSpPr/>
          <p:nvPr/>
        </p:nvSpPr>
        <p:spPr>
          <a:xfrm>
            <a:off x="6804660" y="268986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74277852-7414-07BE-D0C4-F487D8C83DE6}"/>
              </a:ext>
            </a:extLst>
          </p:cNvPr>
          <p:cNvSpPr/>
          <p:nvPr/>
        </p:nvSpPr>
        <p:spPr>
          <a:xfrm>
            <a:off x="7033260" y="268986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953EC74-CC01-A0AB-8FB9-8EBB908F1631}"/>
              </a:ext>
            </a:extLst>
          </p:cNvPr>
          <p:cNvSpPr/>
          <p:nvPr/>
        </p:nvSpPr>
        <p:spPr>
          <a:xfrm>
            <a:off x="7261860" y="268986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E942AE10-D040-003F-5751-C18D11DB4A67}"/>
              </a:ext>
            </a:extLst>
          </p:cNvPr>
          <p:cNvSpPr/>
          <p:nvPr/>
        </p:nvSpPr>
        <p:spPr>
          <a:xfrm>
            <a:off x="7490460" y="268986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FD3524C4-3C8B-7646-E51B-7BF966F0EA8F}"/>
              </a:ext>
            </a:extLst>
          </p:cNvPr>
          <p:cNvSpPr/>
          <p:nvPr/>
        </p:nvSpPr>
        <p:spPr>
          <a:xfrm>
            <a:off x="6576060" y="332486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144A802-C41C-45B2-E684-5C0A2C1EBCE6}"/>
              </a:ext>
            </a:extLst>
          </p:cNvPr>
          <p:cNvSpPr/>
          <p:nvPr/>
        </p:nvSpPr>
        <p:spPr>
          <a:xfrm>
            <a:off x="6804660" y="332486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767C1D31-A3ED-8A43-19AF-96CE4DDE95EC}"/>
              </a:ext>
            </a:extLst>
          </p:cNvPr>
          <p:cNvSpPr/>
          <p:nvPr/>
        </p:nvSpPr>
        <p:spPr>
          <a:xfrm>
            <a:off x="7033260" y="332486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1686E2C4-8B76-050A-C8F6-CDF8B0F89AF4}"/>
              </a:ext>
            </a:extLst>
          </p:cNvPr>
          <p:cNvSpPr/>
          <p:nvPr/>
        </p:nvSpPr>
        <p:spPr>
          <a:xfrm>
            <a:off x="7261860" y="332486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97251029-10B7-B5C9-AEB7-FB6318C49E4B}"/>
              </a:ext>
            </a:extLst>
          </p:cNvPr>
          <p:cNvSpPr/>
          <p:nvPr/>
        </p:nvSpPr>
        <p:spPr>
          <a:xfrm>
            <a:off x="7490460" y="332486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75FF6A3C-90ED-B9A1-3EFD-2650032EC1B1}"/>
              </a:ext>
            </a:extLst>
          </p:cNvPr>
          <p:cNvSpPr/>
          <p:nvPr/>
        </p:nvSpPr>
        <p:spPr>
          <a:xfrm>
            <a:off x="6576060" y="364236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381F580D-FC85-DBA6-48D3-F6E42781F2E1}"/>
              </a:ext>
            </a:extLst>
          </p:cNvPr>
          <p:cNvSpPr/>
          <p:nvPr/>
        </p:nvSpPr>
        <p:spPr>
          <a:xfrm>
            <a:off x="6804660" y="364236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A1E4849-2B7B-EA99-355A-FDAF2E1987EE}"/>
              </a:ext>
            </a:extLst>
          </p:cNvPr>
          <p:cNvSpPr/>
          <p:nvPr/>
        </p:nvSpPr>
        <p:spPr>
          <a:xfrm>
            <a:off x="7033260" y="364236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A90A74A-7152-41EF-605A-171DE3440A3F}"/>
              </a:ext>
            </a:extLst>
          </p:cNvPr>
          <p:cNvSpPr/>
          <p:nvPr/>
        </p:nvSpPr>
        <p:spPr>
          <a:xfrm>
            <a:off x="7261860" y="364236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EEF0A9C2-239E-8CA5-5448-E1B8EDADE1BC}"/>
              </a:ext>
            </a:extLst>
          </p:cNvPr>
          <p:cNvSpPr/>
          <p:nvPr/>
        </p:nvSpPr>
        <p:spPr>
          <a:xfrm>
            <a:off x="7490460" y="364236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CB99228-F7E3-0B2B-FB80-B128B68C6045}"/>
              </a:ext>
            </a:extLst>
          </p:cNvPr>
          <p:cNvSpPr/>
          <p:nvPr/>
        </p:nvSpPr>
        <p:spPr>
          <a:xfrm>
            <a:off x="9387840" y="2400300"/>
            <a:ext cx="975360" cy="1508760"/>
          </a:xfrm>
          <a:prstGeom prst="rect">
            <a:avLst/>
          </a:prstGeom>
          <a:solidFill>
            <a:srgbClr val="0A1A3C"/>
          </a:solidFill>
          <a:ln>
            <a:solidFill>
              <a:srgbClr val="0A1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CA95A48-6D68-3840-576E-750A1706E4C4}"/>
              </a:ext>
            </a:extLst>
          </p:cNvPr>
          <p:cNvSpPr/>
          <p:nvPr/>
        </p:nvSpPr>
        <p:spPr>
          <a:xfrm>
            <a:off x="9387840" y="2400300"/>
            <a:ext cx="975360" cy="38100"/>
          </a:xfrm>
          <a:prstGeom prst="rect">
            <a:avLst/>
          </a:prstGeom>
          <a:solidFill>
            <a:srgbClr val="753CFF"/>
          </a:solidFill>
          <a:ln>
            <a:solidFill>
              <a:srgbClr val="753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7FA89230-676A-2F1A-9222-C8E3D802C4B2}"/>
              </a:ext>
            </a:extLst>
          </p:cNvPr>
          <p:cNvSpPr/>
          <p:nvPr/>
        </p:nvSpPr>
        <p:spPr>
          <a:xfrm>
            <a:off x="9502140" y="2603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603437CE-1D8C-F801-5E3A-211885D5CE22}"/>
              </a:ext>
            </a:extLst>
          </p:cNvPr>
          <p:cNvSpPr/>
          <p:nvPr/>
        </p:nvSpPr>
        <p:spPr>
          <a:xfrm>
            <a:off x="9730740" y="2603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57779CF2-0F75-6C1F-08BD-7240620E290F}"/>
              </a:ext>
            </a:extLst>
          </p:cNvPr>
          <p:cNvSpPr/>
          <p:nvPr/>
        </p:nvSpPr>
        <p:spPr>
          <a:xfrm>
            <a:off x="9959340" y="2603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CCDF052B-FFE3-EB3D-582E-AF557D9DE35F}"/>
              </a:ext>
            </a:extLst>
          </p:cNvPr>
          <p:cNvSpPr/>
          <p:nvPr/>
        </p:nvSpPr>
        <p:spPr>
          <a:xfrm>
            <a:off x="10187940" y="2603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4B34789F-78CD-0473-FEF7-E1BA94ADAD05}"/>
              </a:ext>
            </a:extLst>
          </p:cNvPr>
          <p:cNvSpPr/>
          <p:nvPr/>
        </p:nvSpPr>
        <p:spPr>
          <a:xfrm>
            <a:off x="9502140" y="3238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2E5B3437-AF75-FF54-7545-DA2A808C27A2}"/>
              </a:ext>
            </a:extLst>
          </p:cNvPr>
          <p:cNvSpPr/>
          <p:nvPr/>
        </p:nvSpPr>
        <p:spPr>
          <a:xfrm>
            <a:off x="9730740" y="3238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9985F64D-BBEB-A813-0841-37FB596CFDAE}"/>
              </a:ext>
            </a:extLst>
          </p:cNvPr>
          <p:cNvSpPr/>
          <p:nvPr/>
        </p:nvSpPr>
        <p:spPr>
          <a:xfrm>
            <a:off x="9959340" y="3238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EB66C8F-9598-CB72-1189-0D360046454E}"/>
              </a:ext>
            </a:extLst>
          </p:cNvPr>
          <p:cNvSpPr/>
          <p:nvPr/>
        </p:nvSpPr>
        <p:spPr>
          <a:xfrm>
            <a:off x="10187940" y="32385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1FC66596-BD12-AEB4-C8A0-32387569FA2F}"/>
              </a:ext>
            </a:extLst>
          </p:cNvPr>
          <p:cNvSpPr/>
          <p:nvPr/>
        </p:nvSpPr>
        <p:spPr>
          <a:xfrm>
            <a:off x="9502140" y="35560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997E6DD6-C9CF-06A6-175A-A96BCB8DD08C}"/>
              </a:ext>
            </a:extLst>
          </p:cNvPr>
          <p:cNvSpPr/>
          <p:nvPr/>
        </p:nvSpPr>
        <p:spPr>
          <a:xfrm>
            <a:off x="9730740" y="35560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3749E95-3CC0-9EDC-F510-ECD6F3F134DF}"/>
              </a:ext>
            </a:extLst>
          </p:cNvPr>
          <p:cNvSpPr/>
          <p:nvPr/>
        </p:nvSpPr>
        <p:spPr>
          <a:xfrm>
            <a:off x="9959340" y="35560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B9F629B8-72C7-C68A-5072-C9DB1AAD091D}"/>
              </a:ext>
            </a:extLst>
          </p:cNvPr>
          <p:cNvSpPr/>
          <p:nvPr/>
        </p:nvSpPr>
        <p:spPr>
          <a:xfrm>
            <a:off x="10187940" y="35560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0830B7D4-9E59-99A4-CCAB-F98ADEAB5F9D}"/>
              </a:ext>
            </a:extLst>
          </p:cNvPr>
          <p:cNvSpPr/>
          <p:nvPr/>
        </p:nvSpPr>
        <p:spPr>
          <a:xfrm>
            <a:off x="10485120" y="1714500"/>
            <a:ext cx="1463040" cy="2194560"/>
          </a:xfrm>
          <a:prstGeom prst="rect">
            <a:avLst/>
          </a:prstGeom>
          <a:solidFill>
            <a:srgbClr val="0A1A3C"/>
          </a:solidFill>
          <a:ln>
            <a:solidFill>
              <a:srgbClr val="0A1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C2245564-A624-7694-BCBE-3103D58EC338}"/>
              </a:ext>
            </a:extLst>
          </p:cNvPr>
          <p:cNvSpPr/>
          <p:nvPr/>
        </p:nvSpPr>
        <p:spPr>
          <a:xfrm>
            <a:off x="10485120" y="1714500"/>
            <a:ext cx="1463040" cy="38100"/>
          </a:xfrm>
          <a:prstGeom prst="rect">
            <a:avLst/>
          </a:prstGeom>
          <a:solidFill>
            <a:srgbClr val="753CFF"/>
          </a:solidFill>
          <a:ln>
            <a:solidFill>
              <a:srgbClr val="753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FDF44ED7-541F-875B-23FB-2417B3E0B383}"/>
              </a:ext>
            </a:extLst>
          </p:cNvPr>
          <p:cNvSpPr/>
          <p:nvPr/>
        </p:nvSpPr>
        <p:spPr>
          <a:xfrm>
            <a:off x="10599420" y="22352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3D554B02-2B35-CE4A-D279-A1A57D58DCA4}"/>
              </a:ext>
            </a:extLst>
          </p:cNvPr>
          <p:cNvSpPr/>
          <p:nvPr/>
        </p:nvSpPr>
        <p:spPr>
          <a:xfrm>
            <a:off x="10828020" y="22352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7D67F54C-EE15-E547-E9A9-CADA96732525}"/>
              </a:ext>
            </a:extLst>
          </p:cNvPr>
          <p:cNvSpPr/>
          <p:nvPr/>
        </p:nvSpPr>
        <p:spPr>
          <a:xfrm>
            <a:off x="11056620" y="22352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0F58B868-1DCA-7229-50C3-1513DB0752DC}"/>
              </a:ext>
            </a:extLst>
          </p:cNvPr>
          <p:cNvSpPr/>
          <p:nvPr/>
        </p:nvSpPr>
        <p:spPr>
          <a:xfrm>
            <a:off x="11285220" y="22352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204EAED0-7225-AE1E-07DA-9225260BD9B2}"/>
              </a:ext>
            </a:extLst>
          </p:cNvPr>
          <p:cNvSpPr/>
          <p:nvPr/>
        </p:nvSpPr>
        <p:spPr>
          <a:xfrm>
            <a:off x="11513820" y="22352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52BDA6DA-4150-F5B4-DEB0-A18E84F3141D}"/>
              </a:ext>
            </a:extLst>
          </p:cNvPr>
          <p:cNvSpPr/>
          <p:nvPr/>
        </p:nvSpPr>
        <p:spPr>
          <a:xfrm>
            <a:off x="11742420" y="2235200"/>
            <a:ext cx="63500" cy="101600"/>
          </a:xfrm>
          <a:prstGeom prst="rect">
            <a:avLst/>
          </a:prstGeom>
          <a:solidFill>
            <a:srgbClr val="8F30AA"/>
          </a:solidFill>
          <a:ln>
            <a:solidFill>
              <a:srgbClr val="8F3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FE4661D2-2019-328C-7048-7CA06E261E3D}"/>
              </a:ext>
            </a:extLst>
          </p:cNvPr>
          <p:cNvSpPr/>
          <p:nvPr/>
        </p:nvSpPr>
        <p:spPr>
          <a:xfrm>
            <a:off x="10599420" y="255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66DADFE3-3429-7716-812F-0CBC0265AAB7}"/>
              </a:ext>
            </a:extLst>
          </p:cNvPr>
          <p:cNvSpPr/>
          <p:nvPr/>
        </p:nvSpPr>
        <p:spPr>
          <a:xfrm>
            <a:off x="10828020" y="255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4E4BCF77-D024-6E76-8C6F-0198993D7301}"/>
              </a:ext>
            </a:extLst>
          </p:cNvPr>
          <p:cNvSpPr/>
          <p:nvPr/>
        </p:nvSpPr>
        <p:spPr>
          <a:xfrm>
            <a:off x="11056620" y="255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023CC10F-9BF4-0107-AD9B-95CE86C9583E}"/>
              </a:ext>
            </a:extLst>
          </p:cNvPr>
          <p:cNvSpPr/>
          <p:nvPr/>
        </p:nvSpPr>
        <p:spPr>
          <a:xfrm>
            <a:off x="11285220" y="255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5E856621-9659-DE18-DD2A-CD20F5A03715}"/>
              </a:ext>
            </a:extLst>
          </p:cNvPr>
          <p:cNvSpPr/>
          <p:nvPr/>
        </p:nvSpPr>
        <p:spPr>
          <a:xfrm>
            <a:off x="11513820" y="255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BB88158-A62B-6ECF-2276-A2A6F7E01A76}"/>
              </a:ext>
            </a:extLst>
          </p:cNvPr>
          <p:cNvSpPr/>
          <p:nvPr/>
        </p:nvSpPr>
        <p:spPr>
          <a:xfrm>
            <a:off x="11742420" y="255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97C8D273-9EE9-731E-5587-CB11ADFE9744}"/>
              </a:ext>
            </a:extLst>
          </p:cNvPr>
          <p:cNvSpPr/>
          <p:nvPr/>
        </p:nvSpPr>
        <p:spPr>
          <a:xfrm>
            <a:off x="10599420" y="3187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B3C64D35-7A87-4A45-2760-A3037DBF0781}"/>
              </a:ext>
            </a:extLst>
          </p:cNvPr>
          <p:cNvSpPr/>
          <p:nvPr/>
        </p:nvSpPr>
        <p:spPr>
          <a:xfrm>
            <a:off x="10828020" y="3187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27BCCF47-C083-4FE9-2943-668BEF3F1EF2}"/>
              </a:ext>
            </a:extLst>
          </p:cNvPr>
          <p:cNvSpPr/>
          <p:nvPr/>
        </p:nvSpPr>
        <p:spPr>
          <a:xfrm>
            <a:off x="11056620" y="3187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AD3E6D4-7483-2FFE-D925-2A779664BA7B}"/>
              </a:ext>
            </a:extLst>
          </p:cNvPr>
          <p:cNvSpPr/>
          <p:nvPr/>
        </p:nvSpPr>
        <p:spPr>
          <a:xfrm>
            <a:off x="11285220" y="3187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11B4D8AC-A065-2C59-AE0A-9F149719ED1A}"/>
              </a:ext>
            </a:extLst>
          </p:cNvPr>
          <p:cNvSpPr/>
          <p:nvPr/>
        </p:nvSpPr>
        <p:spPr>
          <a:xfrm>
            <a:off x="11513820" y="3187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8D81B359-D9D1-0F0E-63D8-A4AE639D7B1E}"/>
              </a:ext>
            </a:extLst>
          </p:cNvPr>
          <p:cNvSpPr/>
          <p:nvPr/>
        </p:nvSpPr>
        <p:spPr>
          <a:xfrm>
            <a:off x="11742420" y="3187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92135240-715A-1B49-016C-F8DBE4DB0C66}"/>
              </a:ext>
            </a:extLst>
          </p:cNvPr>
          <p:cNvSpPr/>
          <p:nvPr/>
        </p:nvSpPr>
        <p:spPr>
          <a:xfrm>
            <a:off x="10599420" y="382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C695FC29-0685-FB11-ED04-CD48C913072A}"/>
              </a:ext>
            </a:extLst>
          </p:cNvPr>
          <p:cNvSpPr/>
          <p:nvPr/>
        </p:nvSpPr>
        <p:spPr>
          <a:xfrm>
            <a:off x="10828020" y="382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6D520640-EC7D-F419-4154-BA345931F8C4}"/>
              </a:ext>
            </a:extLst>
          </p:cNvPr>
          <p:cNvSpPr/>
          <p:nvPr/>
        </p:nvSpPr>
        <p:spPr>
          <a:xfrm>
            <a:off x="11056620" y="382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27741115-09DB-703F-A386-62526415350C}"/>
              </a:ext>
            </a:extLst>
          </p:cNvPr>
          <p:cNvSpPr/>
          <p:nvPr/>
        </p:nvSpPr>
        <p:spPr>
          <a:xfrm>
            <a:off x="11285220" y="382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DB83738F-190A-F277-7ED6-8D7B93871D23}"/>
              </a:ext>
            </a:extLst>
          </p:cNvPr>
          <p:cNvSpPr/>
          <p:nvPr/>
        </p:nvSpPr>
        <p:spPr>
          <a:xfrm>
            <a:off x="11513820" y="382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C950D644-C375-A53E-BA59-C12EB0F63F11}"/>
              </a:ext>
            </a:extLst>
          </p:cNvPr>
          <p:cNvSpPr/>
          <p:nvPr/>
        </p:nvSpPr>
        <p:spPr>
          <a:xfrm>
            <a:off x="11742420" y="3822700"/>
            <a:ext cx="63500" cy="101600"/>
          </a:xfrm>
          <a:prstGeom prst="rect">
            <a:avLst/>
          </a:prstGeom>
          <a:solidFill>
            <a:srgbClr val="1496BE"/>
          </a:solidFill>
          <a:ln>
            <a:solidFill>
              <a:srgbClr val="14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96CD384F-0D04-8BC8-9420-88380481AF21}"/>
              </a:ext>
            </a:extLst>
          </p:cNvPr>
          <p:cNvSpPr/>
          <p:nvPr/>
        </p:nvSpPr>
        <p:spPr>
          <a:xfrm>
            <a:off x="0" y="1440180"/>
            <a:ext cx="1828800" cy="2468880"/>
          </a:xfrm>
          <a:prstGeom prst="rect">
            <a:avLst/>
          </a:prstGeom>
          <a:solidFill>
            <a:srgbClr val="0C112D"/>
          </a:solidFill>
          <a:ln>
            <a:solidFill>
              <a:srgbClr val="0C11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209AA3D7-FBDF-5577-5AEA-68FB3912D649}"/>
              </a:ext>
            </a:extLst>
          </p:cNvPr>
          <p:cNvSpPr/>
          <p:nvPr/>
        </p:nvSpPr>
        <p:spPr>
          <a:xfrm>
            <a:off x="0" y="1440180"/>
            <a:ext cx="1828800" cy="381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2217CA2B-A171-E243-EE0C-3256AECD0263}"/>
              </a:ext>
            </a:extLst>
          </p:cNvPr>
          <p:cNvSpPr/>
          <p:nvPr/>
        </p:nvSpPr>
        <p:spPr>
          <a:xfrm>
            <a:off x="317500" y="16433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287EA030-359E-432A-6C3B-38A685DBC392}"/>
              </a:ext>
            </a:extLst>
          </p:cNvPr>
          <p:cNvSpPr/>
          <p:nvPr/>
        </p:nvSpPr>
        <p:spPr>
          <a:xfrm>
            <a:off x="749300" y="16433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3FB02398-B14B-5CD7-A5CE-6153B52AA85F}"/>
              </a:ext>
            </a:extLst>
          </p:cNvPr>
          <p:cNvSpPr/>
          <p:nvPr/>
        </p:nvSpPr>
        <p:spPr>
          <a:xfrm>
            <a:off x="965200" y="16433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6C1E75B6-59B1-3EB9-48E9-B34A6C4A6B11}"/>
              </a:ext>
            </a:extLst>
          </p:cNvPr>
          <p:cNvSpPr/>
          <p:nvPr/>
        </p:nvSpPr>
        <p:spPr>
          <a:xfrm>
            <a:off x="1181100" y="16433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C8E4977B-03A5-0DD2-A9FE-00A90E4B7814}"/>
              </a:ext>
            </a:extLst>
          </p:cNvPr>
          <p:cNvSpPr/>
          <p:nvPr/>
        </p:nvSpPr>
        <p:spPr>
          <a:xfrm>
            <a:off x="1397000" y="16433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B2720FC3-0A52-80BF-A2F4-37671C7320A3}"/>
              </a:ext>
            </a:extLst>
          </p:cNvPr>
          <p:cNvSpPr/>
          <p:nvPr/>
        </p:nvSpPr>
        <p:spPr>
          <a:xfrm>
            <a:off x="101600" y="19481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9E227C7-C0BF-AA53-28ED-845F5ABBA725}"/>
              </a:ext>
            </a:extLst>
          </p:cNvPr>
          <p:cNvSpPr/>
          <p:nvPr/>
        </p:nvSpPr>
        <p:spPr>
          <a:xfrm>
            <a:off x="317500" y="19481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ABD748DE-4C69-87F0-B2C2-BA49BA5BC5E7}"/>
              </a:ext>
            </a:extLst>
          </p:cNvPr>
          <p:cNvSpPr/>
          <p:nvPr/>
        </p:nvSpPr>
        <p:spPr>
          <a:xfrm>
            <a:off x="533400" y="19481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A5F6A4CA-5671-A22D-F29F-BFCC2AA4150B}"/>
              </a:ext>
            </a:extLst>
          </p:cNvPr>
          <p:cNvSpPr/>
          <p:nvPr/>
        </p:nvSpPr>
        <p:spPr>
          <a:xfrm>
            <a:off x="749300" y="19481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5E4F8C26-CF91-14DC-5231-91D04B122517}"/>
              </a:ext>
            </a:extLst>
          </p:cNvPr>
          <p:cNvSpPr/>
          <p:nvPr/>
        </p:nvSpPr>
        <p:spPr>
          <a:xfrm>
            <a:off x="1181100" y="19481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C8AF16D5-95C3-D5B0-FEBC-02317964546C}"/>
              </a:ext>
            </a:extLst>
          </p:cNvPr>
          <p:cNvSpPr/>
          <p:nvPr/>
        </p:nvSpPr>
        <p:spPr>
          <a:xfrm>
            <a:off x="1612900" y="19481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8F5AD6DA-BBFA-A8CA-E4B0-73ED65014EC5}"/>
              </a:ext>
            </a:extLst>
          </p:cNvPr>
          <p:cNvSpPr/>
          <p:nvPr/>
        </p:nvSpPr>
        <p:spPr>
          <a:xfrm>
            <a:off x="101600" y="22529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956CFF97-354E-8991-800D-FC336F16FD37}"/>
              </a:ext>
            </a:extLst>
          </p:cNvPr>
          <p:cNvSpPr/>
          <p:nvPr/>
        </p:nvSpPr>
        <p:spPr>
          <a:xfrm>
            <a:off x="533400" y="22529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46B4A0EA-0DC8-4F36-7D07-8A29E4220BCD}"/>
              </a:ext>
            </a:extLst>
          </p:cNvPr>
          <p:cNvSpPr/>
          <p:nvPr/>
        </p:nvSpPr>
        <p:spPr>
          <a:xfrm>
            <a:off x="965200" y="22529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51475524-FC84-A1EB-7AD4-13EAB2A8E9A8}"/>
              </a:ext>
            </a:extLst>
          </p:cNvPr>
          <p:cNvSpPr/>
          <p:nvPr/>
        </p:nvSpPr>
        <p:spPr>
          <a:xfrm>
            <a:off x="1397000" y="22529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699B088F-BE4D-37B2-163D-71185C717788}"/>
              </a:ext>
            </a:extLst>
          </p:cNvPr>
          <p:cNvSpPr/>
          <p:nvPr/>
        </p:nvSpPr>
        <p:spPr>
          <a:xfrm>
            <a:off x="1612900" y="22529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FAD8BDD0-2FFF-B34B-4134-602481CCC373}"/>
              </a:ext>
            </a:extLst>
          </p:cNvPr>
          <p:cNvSpPr/>
          <p:nvPr/>
        </p:nvSpPr>
        <p:spPr>
          <a:xfrm>
            <a:off x="101600" y="25577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54C5B9F9-5B9F-ABE7-C13E-CEB9D3CDC0DE}"/>
              </a:ext>
            </a:extLst>
          </p:cNvPr>
          <p:cNvSpPr/>
          <p:nvPr/>
        </p:nvSpPr>
        <p:spPr>
          <a:xfrm>
            <a:off x="317500" y="25577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9CD61B66-B929-22CD-7307-CEF4BC787765}"/>
              </a:ext>
            </a:extLst>
          </p:cNvPr>
          <p:cNvSpPr/>
          <p:nvPr/>
        </p:nvSpPr>
        <p:spPr>
          <a:xfrm>
            <a:off x="533400" y="25577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765217E-E764-4EBF-ACF9-39295A1C3582}"/>
              </a:ext>
            </a:extLst>
          </p:cNvPr>
          <p:cNvSpPr/>
          <p:nvPr/>
        </p:nvSpPr>
        <p:spPr>
          <a:xfrm>
            <a:off x="749300" y="25577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D31097B4-CCC6-D430-E15A-9947C4BBBA50}"/>
              </a:ext>
            </a:extLst>
          </p:cNvPr>
          <p:cNvSpPr/>
          <p:nvPr/>
        </p:nvSpPr>
        <p:spPr>
          <a:xfrm>
            <a:off x="1181100" y="25577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D2B6BCE2-9600-5447-9BF7-9518228B56EC}"/>
              </a:ext>
            </a:extLst>
          </p:cNvPr>
          <p:cNvSpPr/>
          <p:nvPr/>
        </p:nvSpPr>
        <p:spPr>
          <a:xfrm>
            <a:off x="1612900" y="25577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82FA2490-0E84-740A-C19B-455372F248D9}"/>
              </a:ext>
            </a:extLst>
          </p:cNvPr>
          <p:cNvSpPr/>
          <p:nvPr/>
        </p:nvSpPr>
        <p:spPr>
          <a:xfrm>
            <a:off x="101600" y="28625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DDDA35D1-8DEC-A48E-CB0E-C59C7B338A2F}"/>
              </a:ext>
            </a:extLst>
          </p:cNvPr>
          <p:cNvSpPr/>
          <p:nvPr/>
        </p:nvSpPr>
        <p:spPr>
          <a:xfrm>
            <a:off x="533400" y="28625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3EECFB4D-9E12-C69D-25EE-35262073C7CD}"/>
              </a:ext>
            </a:extLst>
          </p:cNvPr>
          <p:cNvSpPr/>
          <p:nvPr/>
        </p:nvSpPr>
        <p:spPr>
          <a:xfrm>
            <a:off x="965200" y="28625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6813A7CE-9997-268D-890A-D4BDDAC92D07}"/>
              </a:ext>
            </a:extLst>
          </p:cNvPr>
          <p:cNvSpPr/>
          <p:nvPr/>
        </p:nvSpPr>
        <p:spPr>
          <a:xfrm>
            <a:off x="1397000" y="28625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D771D090-15D0-64C1-3DC8-1EBB419ED72B}"/>
              </a:ext>
            </a:extLst>
          </p:cNvPr>
          <p:cNvSpPr/>
          <p:nvPr/>
        </p:nvSpPr>
        <p:spPr>
          <a:xfrm>
            <a:off x="1612900" y="28625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99452AC-E4CA-3DE3-7615-8360E6A0FCA3}"/>
              </a:ext>
            </a:extLst>
          </p:cNvPr>
          <p:cNvSpPr/>
          <p:nvPr/>
        </p:nvSpPr>
        <p:spPr>
          <a:xfrm>
            <a:off x="317500" y="31673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5B72CD68-71B0-3E93-F0B1-8E9E94B9A84E}"/>
              </a:ext>
            </a:extLst>
          </p:cNvPr>
          <p:cNvSpPr/>
          <p:nvPr/>
        </p:nvSpPr>
        <p:spPr>
          <a:xfrm>
            <a:off x="749300" y="31673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7C15B867-1E1A-18BB-646D-D5381C003194}"/>
              </a:ext>
            </a:extLst>
          </p:cNvPr>
          <p:cNvSpPr/>
          <p:nvPr/>
        </p:nvSpPr>
        <p:spPr>
          <a:xfrm>
            <a:off x="965200" y="31673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259728F8-953F-C067-2DD9-C5EDC16E1427}"/>
              </a:ext>
            </a:extLst>
          </p:cNvPr>
          <p:cNvSpPr/>
          <p:nvPr/>
        </p:nvSpPr>
        <p:spPr>
          <a:xfrm>
            <a:off x="1181100" y="31673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9D58D881-BD64-E5F9-BE8E-2653BCCDEE9C}"/>
              </a:ext>
            </a:extLst>
          </p:cNvPr>
          <p:cNvSpPr/>
          <p:nvPr/>
        </p:nvSpPr>
        <p:spPr>
          <a:xfrm>
            <a:off x="1397000" y="31673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7C5016E9-B270-7368-119B-28CD054A0020}"/>
              </a:ext>
            </a:extLst>
          </p:cNvPr>
          <p:cNvSpPr/>
          <p:nvPr/>
        </p:nvSpPr>
        <p:spPr>
          <a:xfrm>
            <a:off x="101600" y="34721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B6A26432-BFB7-6D45-07E6-451FEFEF056B}"/>
              </a:ext>
            </a:extLst>
          </p:cNvPr>
          <p:cNvSpPr/>
          <p:nvPr/>
        </p:nvSpPr>
        <p:spPr>
          <a:xfrm>
            <a:off x="317500" y="34721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A9A2D33F-FB3D-7EF8-0CB4-CAFBAB18233A}"/>
              </a:ext>
            </a:extLst>
          </p:cNvPr>
          <p:cNvSpPr/>
          <p:nvPr/>
        </p:nvSpPr>
        <p:spPr>
          <a:xfrm>
            <a:off x="533400" y="34721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EE17A41D-31CC-2E80-F435-930EEFBD6BA2}"/>
              </a:ext>
            </a:extLst>
          </p:cNvPr>
          <p:cNvSpPr/>
          <p:nvPr/>
        </p:nvSpPr>
        <p:spPr>
          <a:xfrm>
            <a:off x="749300" y="34721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494D899C-67DE-4218-3884-03B5C382A44F}"/>
              </a:ext>
            </a:extLst>
          </p:cNvPr>
          <p:cNvSpPr/>
          <p:nvPr/>
        </p:nvSpPr>
        <p:spPr>
          <a:xfrm>
            <a:off x="1181100" y="34721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30A42A6B-E993-DF93-8ADA-42F7CCB64610}"/>
              </a:ext>
            </a:extLst>
          </p:cNvPr>
          <p:cNvSpPr/>
          <p:nvPr/>
        </p:nvSpPr>
        <p:spPr>
          <a:xfrm>
            <a:off x="1612900" y="34721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8D9B0E6B-B47B-51D1-1005-8D8555614AE6}"/>
              </a:ext>
            </a:extLst>
          </p:cNvPr>
          <p:cNvSpPr/>
          <p:nvPr/>
        </p:nvSpPr>
        <p:spPr>
          <a:xfrm>
            <a:off x="101600" y="37769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C2991FE4-FD15-CCD6-E6B5-60D07869192F}"/>
              </a:ext>
            </a:extLst>
          </p:cNvPr>
          <p:cNvSpPr/>
          <p:nvPr/>
        </p:nvSpPr>
        <p:spPr>
          <a:xfrm>
            <a:off x="533400" y="37769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A3F4D493-34C3-1B1C-08A7-50AF69340507}"/>
              </a:ext>
            </a:extLst>
          </p:cNvPr>
          <p:cNvSpPr/>
          <p:nvPr/>
        </p:nvSpPr>
        <p:spPr>
          <a:xfrm>
            <a:off x="965200" y="37769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9C38BAAD-0704-9D70-4514-30054D65B7D7}"/>
              </a:ext>
            </a:extLst>
          </p:cNvPr>
          <p:cNvSpPr/>
          <p:nvPr/>
        </p:nvSpPr>
        <p:spPr>
          <a:xfrm>
            <a:off x="1397000" y="37769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A7BE07C3-45B5-BF7C-5CFF-ADB5EB81F6FB}"/>
              </a:ext>
            </a:extLst>
          </p:cNvPr>
          <p:cNvSpPr/>
          <p:nvPr/>
        </p:nvSpPr>
        <p:spPr>
          <a:xfrm>
            <a:off x="1612900" y="37769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21360087-CB90-0E27-50D0-0C640494C8BE}"/>
              </a:ext>
            </a:extLst>
          </p:cNvPr>
          <p:cNvSpPr/>
          <p:nvPr/>
        </p:nvSpPr>
        <p:spPr>
          <a:xfrm>
            <a:off x="1706880" y="617220"/>
            <a:ext cx="2072640" cy="3291840"/>
          </a:xfrm>
          <a:prstGeom prst="rect">
            <a:avLst/>
          </a:prstGeom>
          <a:solidFill>
            <a:srgbClr val="0D1231"/>
          </a:solidFill>
          <a:ln>
            <a:solidFill>
              <a:srgbClr val="0D12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1FBE0F43-0000-9CCC-2E17-6FFEC495A656}"/>
              </a:ext>
            </a:extLst>
          </p:cNvPr>
          <p:cNvSpPr/>
          <p:nvPr/>
        </p:nvSpPr>
        <p:spPr>
          <a:xfrm>
            <a:off x="1706880" y="617220"/>
            <a:ext cx="2072640" cy="381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E78001D8-F821-B870-5CDB-2EBEC358842D}"/>
              </a:ext>
            </a:extLst>
          </p:cNvPr>
          <p:cNvSpPr/>
          <p:nvPr/>
        </p:nvSpPr>
        <p:spPr>
          <a:xfrm>
            <a:off x="2701747" y="388620"/>
            <a:ext cx="38100" cy="228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3" name="타원 222">
            <a:extLst>
              <a:ext uri="{FF2B5EF4-FFF2-40B4-BE49-F238E27FC236}">
                <a16:creationId xmlns:a16="http://schemas.microsoft.com/office/drawing/2014/main" id="{D263AEA8-8607-1C96-7FE2-D81DDBAA7D4F}"/>
              </a:ext>
            </a:extLst>
          </p:cNvPr>
          <p:cNvSpPr/>
          <p:nvPr/>
        </p:nvSpPr>
        <p:spPr>
          <a:xfrm>
            <a:off x="2335987" y="325120"/>
            <a:ext cx="101600" cy="101600"/>
          </a:xfrm>
          <a:prstGeom prst="ellipse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7A58C381-35A6-A3E1-7994-074C7DC83781}"/>
              </a:ext>
            </a:extLst>
          </p:cNvPr>
          <p:cNvSpPr/>
          <p:nvPr/>
        </p:nvSpPr>
        <p:spPr>
          <a:xfrm>
            <a:off x="1808480" y="8204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C7AFD777-984B-2D84-C739-8AA35D8EAC90}"/>
              </a:ext>
            </a:extLst>
          </p:cNvPr>
          <p:cNvSpPr/>
          <p:nvPr/>
        </p:nvSpPr>
        <p:spPr>
          <a:xfrm>
            <a:off x="2024380" y="8204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D52FB6E5-A59E-174A-90D4-29DBFB785ACB}"/>
              </a:ext>
            </a:extLst>
          </p:cNvPr>
          <p:cNvSpPr/>
          <p:nvPr/>
        </p:nvSpPr>
        <p:spPr>
          <a:xfrm>
            <a:off x="2240280" y="8204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2C3C334E-60BC-9F8E-8269-00339B5B15C3}"/>
              </a:ext>
            </a:extLst>
          </p:cNvPr>
          <p:cNvSpPr/>
          <p:nvPr/>
        </p:nvSpPr>
        <p:spPr>
          <a:xfrm>
            <a:off x="2672080" y="8204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C93AF9C3-ECCF-D5E3-4893-14237FBB99A0}"/>
              </a:ext>
            </a:extLst>
          </p:cNvPr>
          <p:cNvSpPr/>
          <p:nvPr/>
        </p:nvSpPr>
        <p:spPr>
          <a:xfrm>
            <a:off x="3103880" y="8204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FA094C78-1620-BD75-6FE2-290CFF13EA2F}"/>
              </a:ext>
            </a:extLst>
          </p:cNvPr>
          <p:cNvSpPr/>
          <p:nvPr/>
        </p:nvSpPr>
        <p:spPr>
          <a:xfrm>
            <a:off x="3535680" y="8204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FEAB90D3-E683-D752-B124-33974EA322A5}"/>
              </a:ext>
            </a:extLst>
          </p:cNvPr>
          <p:cNvSpPr/>
          <p:nvPr/>
        </p:nvSpPr>
        <p:spPr>
          <a:xfrm>
            <a:off x="2024380" y="11252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D0FB8F72-E521-7FD8-F2A4-D10B8FF27838}"/>
              </a:ext>
            </a:extLst>
          </p:cNvPr>
          <p:cNvSpPr/>
          <p:nvPr/>
        </p:nvSpPr>
        <p:spPr>
          <a:xfrm>
            <a:off x="2456180" y="11252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0B2213EF-CB9C-2722-6163-99A21E7DBB83}"/>
              </a:ext>
            </a:extLst>
          </p:cNvPr>
          <p:cNvSpPr/>
          <p:nvPr/>
        </p:nvSpPr>
        <p:spPr>
          <a:xfrm>
            <a:off x="2887980" y="11252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0F8E0092-9505-30C9-F76E-5905039D0ABB}"/>
              </a:ext>
            </a:extLst>
          </p:cNvPr>
          <p:cNvSpPr/>
          <p:nvPr/>
        </p:nvSpPr>
        <p:spPr>
          <a:xfrm>
            <a:off x="3103880" y="11252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AADAB510-4B19-0731-0AF4-7F8DD07F0A26}"/>
              </a:ext>
            </a:extLst>
          </p:cNvPr>
          <p:cNvSpPr/>
          <p:nvPr/>
        </p:nvSpPr>
        <p:spPr>
          <a:xfrm>
            <a:off x="3319780" y="11252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127FF872-327B-EBBB-D01A-A67547C5F10B}"/>
              </a:ext>
            </a:extLst>
          </p:cNvPr>
          <p:cNvSpPr/>
          <p:nvPr/>
        </p:nvSpPr>
        <p:spPr>
          <a:xfrm>
            <a:off x="3535680" y="11252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EB768929-09F8-7E49-91AC-9B87AC95C8B7}"/>
              </a:ext>
            </a:extLst>
          </p:cNvPr>
          <p:cNvSpPr/>
          <p:nvPr/>
        </p:nvSpPr>
        <p:spPr>
          <a:xfrm>
            <a:off x="1808480" y="14300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47614790-E2A0-DE00-9BEC-F5B86A8C6387}"/>
              </a:ext>
            </a:extLst>
          </p:cNvPr>
          <p:cNvSpPr/>
          <p:nvPr/>
        </p:nvSpPr>
        <p:spPr>
          <a:xfrm>
            <a:off x="2240280" y="14300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B7A61072-E863-7832-1FD5-E78CCBBDDAA1}"/>
              </a:ext>
            </a:extLst>
          </p:cNvPr>
          <p:cNvSpPr/>
          <p:nvPr/>
        </p:nvSpPr>
        <p:spPr>
          <a:xfrm>
            <a:off x="2456180" y="14300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34CD637A-609B-F2E2-809C-6709940101A3}"/>
              </a:ext>
            </a:extLst>
          </p:cNvPr>
          <p:cNvSpPr/>
          <p:nvPr/>
        </p:nvSpPr>
        <p:spPr>
          <a:xfrm>
            <a:off x="2672080" y="14300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76A3874A-12F8-1A7A-2897-C449BC825365}"/>
              </a:ext>
            </a:extLst>
          </p:cNvPr>
          <p:cNvSpPr/>
          <p:nvPr/>
        </p:nvSpPr>
        <p:spPr>
          <a:xfrm>
            <a:off x="2887980" y="14300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09DC3F70-3CD5-B1A4-DB75-3FBE6DCECE15}"/>
              </a:ext>
            </a:extLst>
          </p:cNvPr>
          <p:cNvSpPr/>
          <p:nvPr/>
        </p:nvSpPr>
        <p:spPr>
          <a:xfrm>
            <a:off x="3319780" y="14300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796D48C4-D9FB-FC4E-2600-EE1C93B4FE2F}"/>
              </a:ext>
            </a:extLst>
          </p:cNvPr>
          <p:cNvSpPr/>
          <p:nvPr/>
        </p:nvSpPr>
        <p:spPr>
          <a:xfrm>
            <a:off x="1808480" y="17348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0F4AAA05-8122-031A-E634-AA08B1D2D335}"/>
              </a:ext>
            </a:extLst>
          </p:cNvPr>
          <p:cNvSpPr/>
          <p:nvPr/>
        </p:nvSpPr>
        <p:spPr>
          <a:xfrm>
            <a:off x="2024380" y="17348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7E4E3A81-1D41-7952-651E-A5109D8D82FA}"/>
              </a:ext>
            </a:extLst>
          </p:cNvPr>
          <p:cNvSpPr/>
          <p:nvPr/>
        </p:nvSpPr>
        <p:spPr>
          <a:xfrm>
            <a:off x="2240280" y="17348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6A577162-BE93-58A9-0126-46489D9A6F82}"/>
              </a:ext>
            </a:extLst>
          </p:cNvPr>
          <p:cNvSpPr/>
          <p:nvPr/>
        </p:nvSpPr>
        <p:spPr>
          <a:xfrm>
            <a:off x="2672080" y="17348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0DF0FDCF-9B6B-9D48-632D-61197181974B}"/>
              </a:ext>
            </a:extLst>
          </p:cNvPr>
          <p:cNvSpPr/>
          <p:nvPr/>
        </p:nvSpPr>
        <p:spPr>
          <a:xfrm>
            <a:off x="3103880" y="17348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96733664-352C-E6DF-A4A1-EDB3C1215A9C}"/>
              </a:ext>
            </a:extLst>
          </p:cNvPr>
          <p:cNvSpPr/>
          <p:nvPr/>
        </p:nvSpPr>
        <p:spPr>
          <a:xfrm>
            <a:off x="3535680" y="17348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E13F8191-CDB9-4B4F-8465-2E552B647CAF}"/>
              </a:ext>
            </a:extLst>
          </p:cNvPr>
          <p:cNvSpPr/>
          <p:nvPr/>
        </p:nvSpPr>
        <p:spPr>
          <a:xfrm>
            <a:off x="1808480" y="20396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B0A5C258-8AA7-3F4D-739D-2BA7B5186A8A}"/>
              </a:ext>
            </a:extLst>
          </p:cNvPr>
          <p:cNvSpPr/>
          <p:nvPr/>
        </p:nvSpPr>
        <p:spPr>
          <a:xfrm>
            <a:off x="2240280" y="20396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AF2BC356-1039-A4A1-6AA8-7524D61DD37D}"/>
              </a:ext>
            </a:extLst>
          </p:cNvPr>
          <p:cNvSpPr/>
          <p:nvPr/>
        </p:nvSpPr>
        <p:spPr>
          <a:xfrm>
            <a:off x="2456180" y="20396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409BF2E1-65DE-3941-D39D-278A6B7E6B5A}"/>
              </a:ext>
            </a:extLst>
          </p:cNvPr>
          <p:cNvSpPr/>
          <p:nvPr/>
        </p:nvSpPr>
        <p:spPr>
          <a:xfrm>
            <a:off x="2672080" y="20396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41A5A8A9-89BB-1BFC-EA8B-B30DDAD86EDD}"/>
              </a:ext>
            </a:extLst>
          </p:cNvPr>
          <p:cNvSpPr/>
          <p:nvPr/>
        </p:nvSpPr>
        <p:spPr>
          <a:xfrm>
            <a:off x="2887980" y="20396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E43F1CAC-A5EE-12F4-5FE8-FA0F0C92EAD8}"/>
              </a:ext>
            </a:extLst>
          </p:cNvPr>
          <p:cNvSpPr/>
          <p:nvPr/>
        </p:nvSpPr>
        <p:spPr>
          <a:xfrm>
            <a:off x="3319780" y="20396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C486F959-C976-9F45-5873-0D9E43B3A0C3}"/>
              </a:ext>
            </a:extLst>
          </p:cNvPr>
          <p:cNvSpPr/>
          <p:nvPr/>
        </p:nvSpPr>
        <p:spPr>
          <a:xfrm>
            <a:off x="1808480" y="23444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C19DE9D2-F17F-0B77-2AD3-8A9247EE1762}"/>
              </a:ext>
            </a:extLst>
          </p:cNvPr>
          <p:cNvSpPr/>
          <p:nvPr/>
        </p:nvSpPr>
        <p:spPr>
          <a:xfrm>
            <a:off x="2024380" y="23444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C1A9D51E-FE6F-1069-8689-73DA255A8A74}"/>
              </a:ext>
            </a:extLst>
          </p:cNvPr>
          <p:cNvSpPr/>
          <p:nvPr/>
        </p:nvSpPr>
        <p:spPr>
          <a:xfrm>
            <a:off x="2240280" y="23444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2810A5B9-EE95-C637-B759-E360D5061444}"/>
              </a:ext>
            </a:extLst>
          </p:cNvPr>
          <p:cNvSpPr/>
          <p:nvPr/>
        </p:nvSpPr>
        <p:spPr>
          <a:xfrm>
            <a:off x="2672080" y="23444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0F1AE8E7-73F5-297B-7441-01FE4CA56853}"/>
              </a:ext>
            </a:extLst>
          </p:cNvPr>
          <p:cNvSpPr/>
          <p:nvPr/>
        </p:nvSpPr>
        <p:spPr>
          <a:xfrm>
            <a:off x="3103880" y="23444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EEEC0EC3-57F4-FC1A-FAAF-438FDD7A4F34}"/>
              </a:ext>
            </a:extLst>
          </p:cNvPr>
          <p:cNvSpPr/>
          <p:nvPr/>
        </p:nvSpPr>
        <p:spPr>
          <a:xfrm>
            <a:off x="3535680" y="23444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321E800B-75C6-6128-0293-48F517C19B4C}"/>
              </a:ext>
            </a:extLst>
          </p:cNvPr>
          <p:cNvSpPr/>
          <p:nvPr/>
        </p:nvSpPr>
        <p:spPr>
          <a:xfrm>
            <a:off x="2024380" y="26492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59551F0A-0769-C263-25AE-BA9A3476DBD7}"/>
              </a:ext>
            </a:extLst>
          </p:cNvPr>
          <p:cNvSpPr/>
          <p:nvPr/>
        </p:nvSpPr>
        <p:spPr>
          <a:xfrm>
            <a:off x="2456180" y="26492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46F50227-FF39-94F0-ACD7-04DFDF873B22}"/>
              </a:ext>
            </a:extLst>
          </p:cNvPr>
          <p:cNvSpPr/>
          <p:nvPr/>
        </p:nvSpPr>
        <p:spPr>
          <a:xfrm>
            <a:off x="2887980" y="26492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63F79460-F1BF-AADD-72C3-13E350FE093D}"/>
              </a:ext>
            </a:extLst>
          </p:cNvPr>
          <p:cNvSpPr/>
          <p:nvPr/>
        </p:nvSpPr>
        <p:spPr>
          <a:xfrm>
            <a:off x="3103880" y="26492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EBC9234E-B0A5-6BB2-1F76-B5BAE4D0A722}"/>
              </a:ext>
            </a:extLst>
          </p:cNvPr>
          <p:cNvSpPr/>
          <p:nvPr/>
        </p:nvSpPr>
        <p:spPr>
          <a:xfrm>
            <a:off x="3319780" y="26492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0B6DB3A3-E6AA-EE44-A0EB-8753DE7B4705}"/>
              </a:ext>
            </a:extLst>
          </p:cNvPr>
          <p:cNvSpPr/>
          <p:nvPr/>
        </p:nvSpPr>
        <p:spPr>
          <a:xfrm>
            <a:off x="3535680" y="26492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A8615AE9-96D0-E02F-06A6-8E8816E7AE46}"/>
              </a:ext>
            </a:extLst>
          </p:cNvPr>
          <p:cNvSpPr/>
          <p:nvPr/>
        </p:nvSpPr>
        <p:spPr>
          <a:xfrm>
            <a:off x="1808480" y="29540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7E64CC81-4C4D-2DBF-67B6-73A194067CA7}"/>
              </a:ext>
            </a:extLst>
          </p:cNvPr>
          <p:cNvSpPr/>
          <p:nvPr/>
        </p:nvSpPr>
        <p:spPr>
          <a:xfrm>
            <a:off x="2240280" y="29540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52901BDD-CBE0-2111-416E-F5FFE1BD3DBD}"/>
              </a:ext>
            </a:extLst>
          </p:cNvPr>
          <p:cNvSpPr/>
          <p:nvPr/>
        </p:nvSpPr>
        <p:spPr>
          <a:xfrm>
            <a:off x="2456180" y="29540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1B4F4F62-9D90-D55C-A81E-BEE856D9B2AC}"/>
              </a:ext>
            </a:extLst>
          </p:cNvPr>
          <p:cNvSpPr/>
          <p:nvPr/>
        </p:nvSpPr>
        <p:spPr>
          <a:xfrm>
            <a:off x="2672080" y="29540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F6012FEE-994E-8E22-FE2C-20D605659ADE}"/>
              </a:ext>
            </a:extLst>
          </p:cNvPr>
          <p:cNvSpPr/>
          <p:nvPr/>
        </p:nvSpPr>
        <p:spPr>
          <a:xfrm>
            <a:off x="2887980" y="29540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4E8A9249-8B95-558A-0ABE-A8E334D25BE0}"/>
              </a:ext>
            </a:extLst>
          </p:cNvPr>
          <p:cNvSpPr/>
          <p:nvPr/>
        </p:nvSpPr>
        <p:spPr>
          <a:xfrm>
            <a:off x="3319780" y="29540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B6A42C94-BDC1-7C7D-6BE9-11AEC89A0382}"/>
              </a:ext>
            </a:extLst>
          </p:cNvPr>
          <p:cNvSpPr/>
          <p:nvPr/>
        </p:nvSpPr>
        <p:spPr>
          <a:xfrm>
            <a:off x="1808480" y="32588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FDD9AEE3-F968-6A93-0384-5BBC07D44AC9}"/>
              </a:ext>
            </a:extLst>
          </p:cNvPr>
          <p:cNvSpPr/>
          <p:nvPr/>
        </p:nvSpPr>
        <p:spPr>
          <a:xfrm>
            <a:off x="2024380" y="32588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3732E83F-CE3A-F8F3-52B3-180C79B9276A}"/>
              </a:ext>
            </a:extLst>
          </p:cNvPr>
          <p:cNvSpPr/>
          <p:nvPr/>
        </p:nvSpPr>
        <p:spPr>
          <a:xfrm>
            <a:off x="2240280" y="32588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7F931984-697B-9F3E-5237-51BB6009F0D9}"/>
              </a:ext>
            </a:extLst>
          </p:cNvPr>
          <p:cNvSpPr/>
          <p:nvPr/>
        </p:nvSpPr>
        <p:spPr>
          <a:xfrm>
            <a:off x="2672080" y="32588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CB6AFE6E-3F08-F197-46D2-F051AF86356E}"/>
              </a:ext>
            </a:extLst>
          </p:cNvPr>
          <p:cNvSpPr/>
          <p:nvPr/>
        </p:nvSpPr>
        <p:spPr>
          <a:xfrm>
            <a:off x="3103880" y="32588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E49D6266-FF17-F007-4692-16A65A574F3D}"/>
              </a:ext>
            </a:extLst>
          </p:cNvPr>
          <p:cNvSpPr/>
          <p:nvPr/>
        </p:nvSpPr>
        <p:spPr>
          <a:xfrm>
            <a:off x="3535680" y="32588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934D7C24-1793-453B-CF31-B96D62D5A608}"/>
              </a:ext>
            </a:extLst>
          </p:cNvPr>
          <p:cNvSpPr/>
          <p:nvPr/>
        </p:nvSpPr>
        <p:spPr>
          <a:xfrm>
            <a:off x="1808480" y="35636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96010E2D-1FA7-ABFF-9F8A-77A8626223AC}"/>
              </a:ext>
            </a:extLst>
          </p:cNvPr>
          <p:cNvSpPr/>
          <p:nvPr/>
        </p:nvSpPr>
        <p:spPr>
          <a:xfrm>
            <a:off x="2240280" y="35636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857133D9-9837-836D-66C9-FDCFB60A02D0}"/>
              </a:ext>
            </a:extLst>
          </p:cNvPr>
          <p:cNvSpPr/>
          <p:nvPr/>
        </p:nvSpPr>
        <p:spPr>
          <a:xfrm>
            <a:off x="2456180" y="35636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A0C43842-16EF-76D7-1016-D1FAF8A90E8C}"/>
              </a:ext>
            </a:extLst>
          </p:cNvPr>
          <p:cNvSpPr/>
          <p:nvPr/>
        </p:nvSpPr>
        <p:spPr>
          <a:xfrm>
            <a:off x="2672080" y="35636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C884D580-6A31-E956-073A-19901B194D7E}"/>
              </a:ext>
            </a:extLst>
          </p:cNvPr>
          <p:cNvSpPr/>
          <p:nvPr/>
        </p:nvSpPr>
        <p:spPr>
          <a:xfrm>
            <a:off x="2887980" y="35636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5C7DC1CD-50DB-EB67-7AB8-7E0B6EA014C2}"/>
              </a:ext>
            </a:extLst>
          </p:cNvPr>
          <p:cNvSpPr/>
          <p:nvPr/>
        </p:nvSpPr>
        <p:spPr>
          <a:xfrm>
            <a:off x="3319780" y="35636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73136654-FEC9-8347-D60B-F3EBDED9EEAC}"/>
              </a:ext>
            </a:extLst>
          </p:cNvPr>
          <p:cNvSpPr/>
          <p:nvPr/>
        </p:nvSpPr>
        <p:spPr>
          <a:xfrm>
            <a:off x="3901440" y="1234440"/>
            <a:ext cx="1584960" cy="2674620"/>
          </a:xfrm>
          <a:prstGeom prst="rect">
            <a:avLst/>
          </a:prstGeom>
          <a:solidFill>
            <a:srgbClr val="0A122C"/>
          </a:solidFill>
          <a:ln>
            <a:solidFill>
              <a:srgbClr val="0A12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22290053-1C0A-0370-AF54-280EA1282967}"/>
              </a:ext>
            </a:extLst>
          </p:cNvPr>
          <p:cNvSpPr/>
          <p:nvPr/>
        </p:nvSpPr>
        <p:spPr>
          <a:xfrm>
            <a:off x="3901440" y="1234440"/>
            <a:ext cx="1584960" cy="381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6" name="직사각형 285">
            <a:extLst>
              <a:ext uri="{FF2B5EF4-FFF2-40B4-BE49-F238E27FC236}">
                <a16:creationId xmlns:a16="http://schemas.microsoft.com/office/drawing/2014/main" id="{0930AE90-3649-586A-9485-252CC52E3963}"/>
              </a:ext>
            </a:extLst>
          </p:cNvPr>
          <p:cNvSpPr/>
          <p:nvPr/>
        </p:nvSpPr>
        <p:spPr>
          <a:xfrm>
            <a:off x="4003040" y="14376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9BAC350A-E829-AA9C-949B-895B20E4D499}"/>
              </a:ext>
            </a:extLst>
          </p:cNvPr>
          <p:cNvSpPr/>
          <p:nvPr/>
        </p:nvSpPr>
        <p:spPr>
          <a:xfrm>
            <a:off x="4218940" y="14376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DEF73FEB-E1EB-4650-E99A-2111532B4087}"/>
              </a:ext>
            </a:extLst>
          </p:cNvPr>
          <p:cNvSpPr/>
          <p:nvPr/>
        </p:nvSpPr>
        <p:spPr>
          <a:xfrm>
            <a:off x="4650740" y="14376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42A5AA41-BDC0-727B-8C90-5B68FEE20EAE}"/>
              </a:ext>
            </a:extLst>
          </p:cNvPr>
          <p:cNvSpPr/>
          <p:nvPr/>
        </p:nvSpPr>
        <p:spPr>
          <a:xfrm>
            <a:off x="5082540" y="14376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0" name="직사각형 289">
            <a:extLst>
              <a:ext uri="{FF2B5EF4-FFF2-40B4-BE49-F238E27FC236}">
                <a16:creationId xmlns:a16="http://schemas.microsoft.com/office/drawing/2014/main" id="{D19C97AE-3EC1-CE71-899C-1A33FCEB8077}"/>
              </a:ext>
            </a:extLst>
          </p:cNvPr>
          <p:cNvSpPr/>
          <p:nvPr/>
        </p:nvSpPr>
        <p:spPr>
          <a:xfrm>
            <a:off x="4003040" y="17424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1" name="직사각형 290">
            <a:extLst>
              <a:ext uri="{FF2B5EF4-FFF2-40B4-BE49-F238E27FC236}">
                <a16:creationId xmlns:a16="http://schemas.microsoft.com/office/drawing/2014/main" id="{A1E05A15-D343-0DA8-1042-CAB16DE4B1CE}"/>
              </a:ext>
            </a:extLst>
          </p:cNvPr>
          <p:cNvSpPr/>
          <p:nvPr/>
        </p:nvSpPr>
        <p:spPr>
          <a:xfrm>
            <a:off x="4434840" y="17424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2B75A8F6-BD76-AD57-93C5-DCAC8FC7533D}"/>
              </a:ext>
            </a:extLst>
          </p:cNvPr>
          <p:cNvSpPr/>
          <p:nvPr/>
        </p:nvSpPr>
        <p:spPr>
          <a:xfrm>
            <a:off x="4866640" y="17424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92986883-8E49-130F-070D-0ABA4B63A27B}"/>
              </a:ext>
            </a:extLst>
          </p:cNvPr>
          <p:cNvSpPr/>
          <p:nvPr/>
        </p:nvSpPr>
        <p:spPr>
          <a:xfrm>
            <a:off x="5082540" y="17424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73A8A084-9476-E372-BC51-180F1CE0B2D4}"/>
              </a:ext>
            </a:extLst>
          </p:cNvPr>
          <p:cNvSpPr/>
          <p:nvPr/>
        </p:nvSpPr>
        <p:spPr>
          <a:xfrm>
            <a:off x="5298440" y="17424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5" name="직사각형 294">
            <a:extLst>
              <a:ext uri="{FF2B5EF4-FFF2-40B4-BE49-F238E27FC236}">
                <a16:creationId xmlns:a16="http://schemas.microsoft.com/office/drawing/2014/main" id="{9193199E-19E0-87F9-CE24-730FC7DF5CD6}"/>
              </a:ext>
            </a:extLst>
          </p:cNvPr>
          <p:cNvSpPr/>
          <p:nvPr/>
        </p:nvSpPr>
        <p:spPr>
          <a:xfrm>
            <a:off x="4003040" y="20472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AB277063-556E-7906-1760-F5AA4842AF6B}"/>
              </a:ext>
            </a:extLst>
          </p:cNvPr>
          <p:cNvSpPr/>
          <p:nvPr/>
        </p:nvSpPr>
        <p:spPr>
          <a:xfrm>
            <a:off x="4218940" y="20472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F514194A-1EF6-120E-7689-E8F3E7831001}"/>
              </a:ext>
            </a:extLst>
          </p:cNvPr>
          <p:cNvSpPr/>
          <p:nvPr/>
        </p:nvSpPr>
        <p:spPr>
          <a:xfrm>
            <a:off x="4650740" y="20472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2521FF2D-4F52-C8BA-6FF6-538CC7C73BE8}"/>
              </a:ext>
            </a:extLst>
          </p:cNvPr>
          <p:cNvSpPr/>
          <p:nvPr/>
        </p:nvSpPr>
        <p:spPr>
          <a:xfrm>
            <a:off x="5082540" y="20472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D8B40666-E23F-E069-359E-744DE8811706}"/>
              </a:ext>
            </a:extLst>
          </p:cNvPr>
          <p:cNvSpPr/>
          <p:nvPr/>
        </p:nvSpPr>
        <p:spPr>
          <a:xfrm>
            <a:off x="4003040" y="23520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0ECC97F6-157C-0C54-0FA5-E45E5737B5B7}"/>
              </a:ext>
            </a:extLst>
          </p:cNvPr>
          <p:cNvSpPr/>
          <p:nvPr/>
        </p:nvSpPr>
        <p:spPr>
          <a:xfrm>
            <a:off x="4434840" y="23520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35EDFF0E-02D9-7799-87E2-CD858CDBE9EC}"/>
              </a:ext>
            </a:extLst>
          </p:cNvPr>
          <p:cNvSpPr/>
          <p:nvPr/>
        </p:nvSpPr>
        <p:spPr>
          <a:xfrm>
            <a:off x="4866640" y="23520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606B2EAA-DF23-C1D4-9278-0B8008E0C9F5}"/>
              </a:ext>
            </a:extLst>
          </p:cNvPr>
          <p:cNvSpPr/>
          <p:nvPr/>
        </p:nvSpPr>
        <p:spPr>
          <a:xfrm>
            <a:off x="5082540" y="23520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A41784EE-AB65-1D39-89D8-A7754F97D317}"/>
              </a:ext>
            </a:extLst>
          </p:cNvPr>
          <p:cNvSpPr/>
          <p:nvPr/>
        </p:nvSpPr>
        <p:spPr>
          <a:xfrm>
            <a:off x="5298440" y="23520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4" name="직사각형 303">
            <a:extLst>
              <a:ext uri="{FF2B5EF4-FFF2-40B4-BE49-F238E27FC236}">
                <a16:creationId xmlns:a16="http://schemas.microsoft.com/office/drawing/2014/main" id="{AC7A3439-165A-6FF0-5DF2-88868FEF6268}"/>
              </a:ext>
            </a:extLst>
          </p:cNvPr>
          <p:cNvSpPr/>
          <p:nvPr/>
        </p:nvSpPr>
        <p:spPr>
          <a:xfrm>
            <a:off x="4218940" y="26568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E3C950F4-7913-AD3E-E9DA-228FFFB6DFF5}"/>
              </a:ext>
            </a:extLst>
          </p:cNvPr>
          <p:cNvSpPr/>
          <p:nvPr/>
        </p:nvSpPr>
        <p:spPr>
          <a:xfrm>
            <a:off x="4434840" y="26568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직사각형 305">
            <a:extLst>
              <a:ext uri="{FF2B5EF4-FFF2-40B4-BE49-F238E27FC236}">
                <a16:creationId xmlns:a16="http://schemas.microsoft.com/office/drawing/2014/main" id="{82873571-9AE9-B563-9B1B-30C6489A7DB4}"/>
              </a:ext>
            </a:extLst>
          </p:cNvPr>
          <p:cNvSpPr/>
          <p:nvPr/>
        </p:nvSpPr>
        <p:spPr>
          <a:xfrm>
            <a:off x="4650740" y="26568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7" name="직사각형 306">
            <a:extLst>
              <a:ext uri="{FF2B5EF4-FFF2-40B4-BE49-F238E27FC236}">
                <a16:creationId xmlns:a16="http://schemas.microsoft.com/office/drawing/2014/main" id="{CA888DF5-2469-8535-F417-2AE6053EDC5B}"/>
              </a:ext>
            </a:extLst>
          </p:cNvPr>
          <p:cNvSpPr/>
          <p:nvPr/>
        </p:nvSpPr>
        <p:spPr>
          <a:xfrm>
            <a:off x="4866640" y="26568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59F3270C-9E6B-FA49-8297-2875DDF40C83}"/>
              </a:ext>
            </a:extLst>
          </p:cNvPr>
          <p:cNvSpPr/>
          <p:nvPr/>
        </p:nvSpPr>
        <p:spPr>
          <a:xfrm>
            <a:off x="5298440" y="26568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50D3124F-CB88-30C2-456F-B0FBE93AA741}"/>
              </a:ext>
            </a:extLst>
          </p:cNvPr>
          <p:cNvSpPr/>
          <p:nvPr/>
        </p:nvSpPr>
        <p:spPr>
          <a:xfrm>
            <a:off x="4003040" y="29616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ADD3A14E-E0DA-FC79-21BE-91F3C4F4C0C2}"/>
              </a:ext>
            </a:extLst>
          </p:cNvPr>
          <p:cNvSpPr/>
          <p:nvPr/>
        </p:nvSpPr>
        <p:spPr>
          <a:xfrm>
            <a:off x="4218940" y="29616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01ED74AD-672A-3BAB-6941-A84EEBC0C172}"/>
              </a:ext>
            </a:extLst>
          </p:cNvPr>
          <p:cNvSpPr/>
          <p:nvPr/>
        </p:nvSpPr>
        <p:spPr>
          <a:xfrm>
            <a:off x="4650740" y="29616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2" name="직사각형 311">
            <a:extLst>
              <a:ext uri="{FF2B5EF4-FFF2-40B4-BE49-F238E27FC236}">
                <a16:creationId xmlns:a16="http://schemas.microsoft.com/office/drawing/2014/main" id="{C961E32F-E941-2157-4380-346AE70AB88E}"/>
              </a:ext>
            </a:extLst>
          </p:cNvPr>
          <p:cNvSpPr/>
          <p:nvPr/>
        </p:nvSpPr>
        <p:spPr>
          <a:xfrm>
            <a:off x="5082540" y="29616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19BD3F19-C807-7BA9-6399-E405639C1319}"/>
              </a:ext>
            </a:extLst>
          </p:cNvPr>
          <p:cNvSpPr/>
          <p:nvPr/>
        </p:nvSpPr>
        <p:spPr>
          <a:xfrm>
            <a:off x="4003040" y="32664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4" name="직사각형 313">
            <a:extLst>
              <a:ext uri="{FF2B5EF4-FFF2-40B4-BE49-F238E27FC236}">
                <a16:creationId xmlns:a16="http://schemas.microsoft.com/office/drawing/2014/main" id="{6239C585-DA47-D1A8-00FD-9F19A1A950EC}"/>
              </a:ext>
            </a:extLst>
          </p:cNvPr>
          <p:cNvSpPr/>
          <p:nvPr/>
        </p:nvSpPr>
        <p:spPr>
          <a:xfrm>
            <a:off x="4434840" y="32664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5" name="직사각형 314">
            <a:extLst>
              <a:ext uri="{FF2B5EF4-FFF2-40B4-BE49-F238E27FC236}">
                <a16:creationId xmlns:a16="http://schemas.microsoft.com/office/drawing/2014/main" id="{2607E890-91EC-92A4-F36E-4BEF45FD48E0}"/>
              </a:ext>
            </a:extLst>
          </p:cNvPr>
          <p:cNvSpPr/>
          <p:nvPr/>
        </p:nvSpPr>
        <p:spPr>
          <a:xfrm>
            <a:off x="4866640" y="32664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6" name="직사각형 315">
            <a:extLst>
              <a:ext uri="{FF2B5EF4-FFF2-40B4-BE49-F238E27FC236}">
                <a16:creationId xmlns:a16="http://schemas.microsoft.com/office/drawing/2014/main" id="{69F56B81-B8BC-1817-CA32-0E0B058F7F3D}"/>
              </a:ext>
            </a:extLst>
          </p:cNvPr>
          <p:cNvSpPr/>
          <p:nvPr/>
        </p:nvSpPr>
        <p:spPr>
          <a:xfrm>
            <a:off x="5082540" y="32664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7" name="직사각형 316">
            <a:extLst>
              <a:ext uri="{FF2B5EF4-FFF2-40B4-BE49-F238E27FC236}">
                <a16:creationId xmlns:a16="http://schemas.microsoft.com/office/drawing/2014/main" id="{A4DD9465-DC21-7A7E-70A8-FCC9C6665864}"/>
              </a:ext>
            </a:extLst>
          </p:cNvPr>
          <p:cNvSpPr/>
          <p:nvPr/>
        </p:nvSpPr>
        <p:spPr>
          <a:xfrm>
            <a:off x="5298440" y="32664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8110EA9C-D205-C65A-5D92-E868AE5D0F8B}"/>
              </a:ext>
            </a:extLst>
          </p:cNvPr>
          <p:cNvSpPr/>
          <p:nvPr/>
        </p:nvSpPr>
        <p:spPr>
          <a:xfrm>
            <a:off x="4003040" y="35712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34FAE0B8-3BC9-7145-731D-D75A54A5C0F6}"/>
              </a:ext>
            </a:extLst>
          </p:cNvPr>
          <p:cNvSpPr/>
          <p:nvPr/>
        </p:nvSpPr>
        <p:spPr>
          <a:xfrm>
            <a:off x="4218940" y="35712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1E29DAAB-C163-7BCE-F7C5-8A835BF31456}"/>
              </a:ext>
            </a:extLst>
          </p:cNvPr>
          <p:cNvSpPr/>
          <p:nvPr/>
        </p:nvSpPr>
        <p:spPr>
          <a:xfrm>
            <a:off x="4650740" y="35712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CEEE2892-F52B-492F-6865-C493B2CD4AAD}"/>
              </a:ext>
            </a:extLst>
          </p:cNvPr>
          <p:cNvSpPr/>
          <p:nvPr/>
        </p:nvSpPr>
        <p:spPr>
          <a:xfrm>
            <a:off x="5082540" y="35712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AD4DE758-6DDC-A85F-5769-72611D6C2CCA}"/>
              </a:ext>
            </a:extLst>
          </p:cNvPr>
          <p:cNvSpPr/>
          <p:nvPr/>
        </p:nvSpPr>
        <p:spPr>
          <a:xfrm>
            <a:off x="5486400" y="205740"/>
            <a:ext cx="1828800" cy="3703320"/>
          </a:xfrm>
          <a:prstGeom prst="rect">
            <a:avLst/>
          </a:prstGeom>
          <a:solidFill>
            <a:srgbClr val="0E1030"/>
          </a:solidFill>
          <a:ln>
            <a:solidFill>
              <a:srgbClr val="0E1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8D76B348-0234-5EED-CAD0-F81C04E0FD48}"/>
              </a:ext>
            </a:extLst>
          </p:cNvPr>
          <p:cNvSpPr/>
          <p:nvPr/>
        </p:nvSpPr>
        <p:spPr>
          <a:xfrm>
            <a:off x="5486400" y="205740"/>
            <a:ext cx="1828800" cy="381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23594EBE-A6C9-EF3B-FF70-F26EE59339C9}"/>
              </a:ext>
            </a:extLst>
          </p:cNvPr>
          <p:cNvSpPr/>
          <p:nvPr/>
        </p:nvSpPr>
        <p:spPr>
          <a:xfrm>
            <a:off x="5588000" y="4089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1D04D404-F8AD-2B04-7276-589CE4266225}"/>
              </a:ext>
            </a:extLst>
          </p:cNvPr>
          <p:cNvSpPr/>
          <p:nvPr/>
        </p:nvSpPr>
        <p:spPr>
          <a:xfrm>
            <a:off x="6019800" y="4089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3B365FFC-463E-F85A-54FA-EEE3DF0FA3CB}"/>
              </a:ext>
            </a:extLst>
          </p:cNvPr>
          <p:cNvSpPr/>
          <p:nvPr/>
        </p:nvSpPr>
        <p:spPr>
          <a:xfrm>
            <a:off x="6235700" y="4089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FDDB512A-C689-8771-0045-0E6D047726E5}"/>
              </a:ext>
            </a:extLst>
          </p:cNvPr>
          <p:cNvSpPr/>
          <p:nvPr/>
        </p:nvSpPr>
        <p:spPr>
          <a:xfrm>
            <a:off x="6451600" y="4089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0BF4808-9BFA-3EC6-8664-94DD93E0E833}"/>
              </a:ext>
            </a:extLst>
          </p:cNvPr>
          <p:cNvSpPr/>
          <p:nvPr/>
        </p:nvSpPr>
        <p:spPr>
          <a:xfrm>
            <a:off x="6667500" y="4089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9AC10A48-121D-239B-CF3D-600736F24B1D}"/>
              </a:ext>
            </a:extLst>
          </p:cNvPr>
          <p:cNvSpPr/>
          <p:nvPr/>
        </p:nvSpPr>
        <p:spPr>
          <a:xfrm>
            <a:off x="7099300" y="4089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BA478ABA-4944-D2F1-7E89-BED4CBF3FE3D}"/>
              </a:ext>
            </a:extLst>
          </p:cNvPr>
          <p:cNvSpPr/>
          <p:nvPr/>
        </p:nvSpPr>
        <p:spPr>
          <a:xfrm>
            <a:off x="5588000" y="713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3E163C17-8912-67CE-3B33-E5B27DBA4294}"/>
              </a:ext>
            </a:extLst>
          </p:cNvPr>
          <p:cNvSpPr/>
          <p:nvPr/>
        </p:nvSpPr>
        <p:spPr>
          <a:xfrm>
            <a:off x="5803900" y="7137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876579B2-B5FE-FC2F-A0F2-9D6A215D6BF3}"/>
              </a:ext>
            </a:extLst>
          </p:cNvPr>
          <p:cNvSpPr/>
          <p:nvPr/>
        </p:nvSpPr>
        <p:spPr>
          <a:xfrm>
            <a:off x="6019800" y="713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896D3076-5F48-EE15-27B2-4016242E32AD}"/>
              </a:ext>
            </a:extLst>
          </p:cNvPr>
          <p:cNvSpPr/>
          <p:nvPr/>
        </p:nvSpPr>
        <p:spPr>
          <a:xfrm>
            <a:off x="6451600" y="713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AE7BD88C-4349-68CE-D63A-499AEF939367}"/>
              </a:ext>
            </a:extLst>
          </p:cNvPr>
          <p:cNvSpPr/>
          <p:nvPr/>
        </p:nvSpPr>
        <p:spPr>
          <a:xfrm>
            <a:off x="6883400" y="713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87D2A9A3-933A-6EA1-C124-3C1E3A7389F1}"/>
              </a:ext>
            </a:extLst>
          </p:cNvPr>
          <p:cNvSpPr/>
          <p:nvPr/>
        </p:nvSpPr>
        <p:spPr>
          <a:xfrm>
            <a:off x="5588000" y="10185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3DF01B9F-6508-72C0-D406-73D50C5CA2A3}"/>
              </a:ext>
            </a:extLst>
          </p:cNvPr>
          <p:cNvSpPr/>
          <p:nvPr/>
        </p:nvSpPr>
        <p:spPr>
          <a:xfrm>
            <a:off x="6019800" y="10185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AF9FFA0C-8F63-ADEA-A152-D1399633F4D5}"/>
              </a:ext>
            </a:extLst>
          </p:cNvPr>
          <p:cNvSpPr/>
          <p:nvPr/>
        </p:nvSpPr>
        <p:spPr>
          <a:xfrm>
            <a:off x="6235700" y="10185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8" name="직사각형 337">
            <a:extLst>
              <a:ext uri="{FF2B5EF4-FFF2-40B4-BE49-F238E27FC236}">
                <a16:creationId xmlns:a16="http://schemas.microsoft.com/office/drawing/2014/main" id="{1AC2BBC9-EAFA-7F1A-1C2B-1AE0F74E2EA9}"/>
              </a:ext>
            </a:extLst>
          </p:cNvPr>
          <p:cNvSpPr/>
          <p:nvPr/>
        </p:nvSpPr>
        <p:spPr>
          <a:xfrm>
            <a:off x="6451600" y="10185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9" name="직사각형 338">
            <a:extLst>
              <a:ext uri="{FF2B5EF4-FFF2-40B4-BE49-F238E27FC236}">
                <a16:creationId xmlns:a16="http://schemas.microsoft.com/office/drawing/2014/main" id="{64C68E3D-48CB-A273-C0F3-A0510CBA97C9}"/>
              </a:ext>
            </a:extLst>
          </p:cNvPr>
          <p:cNvSpPr/>
          <p:nvPr/>
        </p:nvSpPr>
        <p:spPr>
          <a:xfrm>
            <a:off x="6667500" y="10185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86A1064C-3387-D37C-007D-5508471958E7}"/>
              </a:ext>
            </a:extLst>
          </p:cNvPr>
          <p:cNvSpPr/>
          <p:nvPr/>
        </p:nvSpPr>
        <p:spPr>
          <a:xfrm>
            <a:off x="7099300" y="10185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1" name="직사각형 340">
            <a:extLst>
              <a:ext uri="{FF2B5EF4-FFF2-40B4-BE49-F238E27FC236}">
                <a16:creationId xmlns:a16="http://schemas.microsoft.com/office/drawing/2014/main" id="{7F9D8C81-384E-E1E1-1281-EEA2E8C232DE}"/>
              </a:ext>
            </a:extLst>
          </p:cNvPr>
          <p:cNvSpPr/>
          <p:nvPr/>
        </p:nvSpPr>
        <p:spPr>
          <a:xfrm>
            <a:off x="5588000" y="13233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9C9CE07C-9268-961D-8816-20D151FA14D0}"/>
              </a:ext>
            </a:extLst>
          </p:cNvPr>
          <p:cNvSpPr/>
          <p:nvPr/>
        </p:nvSpPr>
        <p:spPr>
          <a:xfrm>
            <a:off x="5803900" y="13233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3" name="직사각형 342">
            <a:extLst>
              <a:ext uri="{FF2B5EF4-FFF2-40B4-BE49-F238E27FC236}">
                <a16:creationId xmlns:a16="http://schemas.microsoft.com/office/drawing/2014/main" id="{B7FE2C0A-77D7-BA69-365D-BDDC79616C21}"/>
              </a:ext>
            </a:extLst>
          </p:cNvPr>
          <p:cNvSpPr/>
          <p:nvPr/>
        </p:nvSpPr>
        <p:spPr>
          <a:xfrm>
            <a:off x="6019800" y="13233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4" name="직사각형 343">
            <a:extLst>
              <a:ext uri="{FF2B5EF4-FFF2-40B4-BE49-F238E27FC236}">
                <a16:creationId xmlns:a16="http://schemas.microsoft.com/office/drawing/2014/main" id="{DF344DE0-A4FD-78F1-CD84-0F9D62F77471}"/>
              </a:ext>
            </a:extLst>
          </p:cNvPr>
          <p:cNvSpPr/>
          <p:nvPr/>
        </p:nvSpPr>
        <p:spPr>
          <a:xfrm>
            <a:off x="6451600" y="13233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042C1536-F3E6-AEDC-19D7-84CE079AEA03}"/>
              </a:ext>
            </a:extLst>
          </p:cNvPr>
          <p:cNvSpPr/>
          <p:nvPr/>
        </p:nvSpPr>
        <p:spPr>
          <a:xfrm>
            <a:off x="6883400" y="13233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6" name="직사각형 345">
            <a:extLst>
              <a:ext uri="{FF2B5EF4-FFF2-40B4-BE49-F238E27FC236}">
                <a16:creationId xmlns:a16="http://schemas.microsoft.com/office/drawing/2014/main" id="{4BFDCBDA-1853-8E08-EAB8-6A8963ED4BA6}"/>
              </a:ext>
            </a:extLst>
          </p:cNvPr>
          <p:cNvSpPr/>
          <p:nvPr/>
        </p:nvSpPr>
        <p:spPr>
          <a:xfrm>
            <a:off x="5803900" y="16281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7" name="직사각형 346">
            <a:extLst>
              <a:ext uri="{FF2B5EF4-FFF2-40B4-BE49-F238E27FC236}">
                <a16:creationId xmlns:a16="http://schemas.microsoft.com/office/drawing/2014/main" id="{A742C7AB-62B7-C46A-D8D6-74BE170A2C88}"/>
              </a:ext>
            </a:extLst>
          </p:cNvPr>
          <p:cNvSpPr/>
          <p:nvPr/>
        </p:nvSpPr>
        <p:spPr>
          <a:xfrm>
            <a:off x="6235700" y="16281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8" name="직사각형 347">
            <a:extLst>
              <a:ext uri="{FF2B5EF4-FFF2-40B4-BE49-F238E27FC236}">
                <a16:creationId xmlns:a16="http://schemas.microsoft.com/office/drawing/2014/main" id="{63457E76-395C-2097-3597-100F731DA398}"/>
              </a:ext>
            </a:extLst>
          </p:cNvPr>
          <p:cNvSpPr/>
          <p:nvPr/>
        </p:nvSpPr>
        <p:spPr>
          <a:xfrm>
            <a:off x="6667500" y="16281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9" name="직사각형 348">
            <a:extLst>
              <a:ext uri="{FF2B5EF4-FFF2-40B4-BE49-F238E27FC236}">
                <a16:creationId xmlns:a16="http://schemas.microsoft.com/office/drawing/2014/main" id="{6EE30EF3-FFB2-3865-6FCD-C491669EDBE0}"/>
              </a:ext>
            </a:extLst>
          </p:cNvPr>
          <p:cNvSpPr/>
          <p:nvPr/>
        </p:nvSpPr>
        <p:spPr>
          <a:xfrm>
            <a:off x="6883400" y="16281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70F136C6-7AD0-90F6-3A22-A6A5BCE0FA67}"/>
              </a:ext>
            </a:extLst>
          </p:cNvPr>
          <p:cNvSpPr/>
          <p:nvPr/>
        </p:nvSpPr>
        <p:spPr>
          <a:xfrm>
            <a:off x="7099300" y="16281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2F33A3A5-0F18-A5DB-07EE-19D5F59EE661}"/>
              </a:ext>
            </a:extLst>
          </p:cNvPr>
          <p:cNvSpPr/>
          <p:nvPr/>
        </p:nvSpPr>
        <p:spPr>
          <a:xfrm>
            <a:off x="5588000" y="19329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6FF48D70-E58D-A9FA-EFB3-540B0FCDD03A}"/>
              </a:ext>
            </a:extLst>
          </p:cNvPr>
          <p:cNvSpPr/>
          <p:nvPr/>
        </p:nvSpPr>
        <p:spPr>
          <a:xfrm>
            <a:off x="6019800" y="19329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3" name="직사각형 352">
            <a:extLst>
              <a:ext uri="{FF2B5EF4-FFF2-40B4-BE49-F238E27FC236}">
                <a16:creationId xmlns:a16="http://schemas.microsoft.com/office/drawing/2014/main" id="{7C119DC5-ED6C-5D8F-1EB6-2B5C349ED67D}"/>
              </a:ext>
            </a:extLst>
          </p:cNvPr>
          <p:cNvSpPr/>
          <p:nvPr/>
        </p:nvSpPr>
        <p:spPr>
          <a:xfrm>
            <a:off x="6235700" y="19329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79D13A49-7C26-8009-A415-81E802E83B5A}"/>
              </a:ext>
            </a:extLst>
          </p:cNvPr>
          <p:cNvSpPr/>
          <p:nvPr/>
        </p:nvSpPr>
        <p:spPr>
          <a:xfrm>
            <a:off x="6451600" y="19329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FF39C9C1-624D-29A2-1283-1D0C94AED6D6}"/>
              </a:ext>
            </a:extLst>
          </p:cNvPr>
          <p:cNvSpPr/>
          <p:nvPr/>
        </p:nvSpPr>
        <p:spPr>
          <a:xfrm>
            <a:off x="6667500" y="19329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89E80587-7EC0-AE4D-D856-9BC1836938AC}"/>
              </a:ext>
            </a:extLst>
          </p:cNvPr>
          <p:cNvSpPr/>
          <p:nvPr/>
        </p:nvSpPr>
        <p:spPr>
          <a:xfrm>
            <a:off x="7099300" y="19329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003AA925-84A0-C679-33D7-FEACA2012C78}"/>
              </a:ext>
            </a:extLst>
          </p:cNvPr>
          <p:cNvSpPr/>
          <p:nvPr/>
        </p:nvSpPr>
        <p:spPr>
          <a:xfrm>
            <a:off x="5588000" y="2237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8" name="직사각형 357">
            <a:extLst>
              <a:ext uri="{FF2B5EF4-FFF2-40B4-BE49-F238E27FC236}">
                <a16:creationId xmlns:a16="http://schemas.microsoft.com/office/drawing/2014/main" id="{6F9480BE-AB84-FB4C-EDED-00BD19097F2F}"/>
              </a:ext>
            </a:extLst>
          </p:cNvPr>
          <p:cNvSpPr/>
          <p:nvPr/>
        </p:nvSpPr>
        <p:spPr>
          <a:xfrm>
            <a:off x="5803900" y="22377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9" name="직사각형 358">
            <a:extLst>
              <a:ext uri="{FF2B5EF4-FFF2-40B4-BE49-F238E27FC236}">
                <a16:creationId xmlns:a16="http://schemas.microsoft.com/office/drawing/2014/main" id="{32E49DA4-060F-1FE5-8511-8ACF2913989A}"/>
              </a:ext>
            </a:extLst>
          </p:cNvPr>
          <p:cNvSpPr/>
          <p:nvPr/>
        </p:nvSpPr>
        <p:spPr>
          <a:xfrm>
            <a:off x="6019800" y="2237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0" name="직사각형 359">
            <a:extLst>
              <a:ext uri="{FF2B5EF4-FFF2-40B4-BE49-F238E27FC236}">
                <a16:creationId xmlns:a16="http://schemas.microsoft.com/office/drawing/2014/main" id="{075F64AE-5529-CB9D-C33D-B1DEC4097887}"/>
              </a:ext>
            </a:extLst>
          </p:cNvPr>
          <p:cNvSpPr/>
          <p:nvPr/>
        </p:nvSpPr>
        <p:spPr>
          <a:xfrm>
            <a:off x="6451600" y="2237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1" name="직사각형 360">
            <a:extLst>
              <a:ext uri="{FF2B5EF4-FFF2-40B4-BE49-F238E27FC236}">
                <a16:creationId xmlns:a16="http://schemas.microsoft.com/office/drawing/2014/main" id="{4D8B32B5-A2D9-BA79-1C5E-36C3D60EA424}"/>
              </a:ext>
            </a:extLst>
          </p:cNvPr>
          <p:cNvSpPr/>
          <p:nvPr/>
        </p:nvSpPr>
        <p:spPr>
          <a:xfrm>
            <a:off x="6883400" y="2237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2" name="직사각형 361">
            <a:extLst>
              <a:ext uri="{FF2B5EF4-FFF2-40B4-BE49-F238E27FC236}">
                <a16:creationId xmlns:a16="http://schemas.microsoft.com/office/drawing/2014/main" id="{FCB15C22-C4ED-2229-DE0E-E9EFB3474E58}"/>
              </a:ext>
            </a:extLst>
          </p:cNvPr>
          <p:cNvSpPr/>
          <p:nvPr/>
        </p:nvSpPr>
        <p:spPr>
          <a:xfrm>
            <a:off x="5588000" y="25425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3" name="직사각형 362">
            <a:extLst>
              <a:ext uri="{FF2B5EF4-FFF2-40B4-BE49-F238E27FC236}">
                <a16:creationId xmlns:a16="http://schemas.microsoft.com/office/drawing/2014/main" id="{AF33F634-8108-52DF-6C60-DCCE34A7B736}"/>
              </a:ext>
            </a:extLst>
          </p:cNvPr>
          <p:cNvSpPr/>
          <p:nvPr/>
        </p:nvSpPr>
        <p:spPr>
          <a:xfrm>
            <a:off x="6019800" y="25425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4" name="직사각형 363">
            <a:extLst>
              <a:ext uri="{FF2B5EF4-FFF2-40B4-BE49-F238E27FC236}">
                <a16:creationId xmlns:a16="http://schemas.microsoft.com/office/drawing/2014/main" id="{C8DF7FFB-2C2D-6752-6441-A3579895E371}"/>
              </a:ext>
            </a:extLst>
          </p:cNvPr>
          <p:cNvSpPr/>
          <p:nvPr/>
        </p:nvSpPr>
        <p:spPr>
          <a:xfrm>
            <a:off x="6235700" y="25425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5" name="직사각형 364">
            <a:extLst>
              <a:ext uri="{FF2B5EF4-FFF2-40B4-BE49-F238E27FC236}">
                <a16:creationId xmlns:a16="http://schemas.microsoft.com/office/drawing/2014/main" id="{113F92CB-29CC-01F1-BB0F-896CB66C5CD8}"/>
              </a:ext>
            </a:extLst>
          </p:cNvPr>
          <p:cNvSpPr/>
          <p:nvPr/>
        </p:nvSpPr>
        <p:spPr>
          <a:xfrm>
            <a:off x="6451600" y="25425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6" name="직사각형 365">
            <a:extLst>
              <a:ext uri="{FF2B5EF4-FFF2-40B4-BE49-F238E27FC236}">
                <a16:creationId xmlns:a16="http://schemas.microsoft.com/office/drawing/2014/main" id="{5A4458BC-7E34-8CDE-AAA2-B9F72C7F524A}"/>
              </a:ext>
            </a:extLst>
          </p:cNvPr>
          <p:cNvSpPr/>
          <p:nvPr/>
        </p:nvSpPr>
        <p:spPr>
          <a:xfrm>
            <a:off x="6667500" y="25425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7" name="직사각형 366">
            <a:extLst>
              <a:ext uri="{FF2B5EF4-FFF2-40B4-BE49-F238E27FC236}">
                <a16:creationId xmlns:a16="http://schemas.microsoft.com/office/drawing/2014/main" id="{AA06D5A4-2232-3D1C-2927-FA4DD49B77EB}"/>
              </a:ext>
            </a:extLst>
          </p:cNvPr>
          <p:cNvSpPr/>
          <p:nvPr/>
        </p:nvSpPr>
        <p:spPr>
          <a:xfrm>
            <a:off x="7099300" y="25425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직사각형 367">
            <a:extLst>
              <a:ext uri="{FF2B5EF4-FFF2-40B4-BE49-F238E27FC236}">
                <a16:creationId xmlns:a16="http://schemas.microsoft.com/office/drawing/2014/main" id="{1D124D06-EA18-C631-CF86-B6FCFF28279F}"/>
              </a:ext>
            </a:extLst>
          </p:cNvPr>
          <p:cNvSpPr/>
          <p:nvPr/>
        </p:nvSpPr>
        <p:spPr>
          <a:xfrm>
            <a:off x="5588000" y="28473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9" name="직사각형 368">
            <a:extLst>
              <a:ext uri="{FF2B5EF4-FFF2-40B4-BE49-F238E27FC236}">
                <a16:creationId xmlns:a16="http://schemas.microsoft.com/office/drawing/2014/main" id="{95A494D3-D7BC-58F7-6B25-1276C85A9A7D}"/>
              </a:ext>
            </a:extLst>
          </p:cNvPr>
          <p:cNvSpPr/>
          <p:nvPr/>
        </p:nvSpPr>
        <p:spPr>
          <a:xfrm>
            <a:off x="5803900" y="28473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A9C1018B-CF12-848E-B398-AF291D48D54D}"/>
              </a:ext>
            </a:extLst>
          </p:cNvPr>
          <p:cNvSpPr/>
          <p:nvPr/>
        </p:nvSpPr>
        <p:spPr>
          <a:xfrm>
            <a:off x="6019800" y="28473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1" name="직사각형 370">
            <a:extLst>
              <a:ext uri="{FF2B5EF4-FFF2-40B4-BE49-F238E27FC236}">
                <a16:creationId xmlns:a16="http://schemas.microsoft.com/office/drawing/2014/main" id="{7CD16C81-C5A1-C593-E0CF-3063071546DF}"/>
              </a:ext>
            </a:extLst>
          </p:cNvPr>
          <p:cNvSpPr/>
          <p:nvPr/>
        </p:nvSpPr>
        <p:spPr>
          <a:xfrm>
            <a:off x="6451600" y="28473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1B6371D6-488C-8CA1-A71F-860F3041291C}"/>
              </a:ext>
            </a:extLst>
          </p:cNvPr>
          <p:cNvSpPr/>
          <p:nvPr/>
        </p:nvSpPr>
        <p:spPr>
          <a:xfrm>
            <a:off x="6883400" y="28473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3" name="직사각형 372">
            <a:extLst>
              <a:ext uri="{FF2B5EF4-FFF2-40B4-BE49-F238E27FC236}">
                <a16:creationId xmlns:a16="http://schemas.microsoft.com/office/drawing/2014/main" id="{6389AFE0-2947-8047-6FC7-077BF1B81076}"/>
              </a:ext>
            </a:extLst>
          </p:cNvPr>
          <p:cNvSpPr/>
          <p:nvPr/>
        </p:nvSpPr>
        <p:spPr>
          <a:xfrm>
            <a:off x="5803900" y="31521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D81551EC-9DDF-9648-686C-0A94D91AC013}"/>
              </a:ext>
            </a:extLst>
          </p:cNvPr>
          <p:cNvSpPr/>
          <p:nvPr/>
        </p:nvSpPr>
        <p:spPr>
          <a:xfrm>
            <a:off x="6235700" y="31521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B71C4347-4D53-7B96-4E40-CE6849FC8E9D}"/>
              </a:ext>
            </a:extLst>
          </p:cNvPr>
          <p:cNvSpPr/>
          <p:nvPr/>
        </p:nvSpPr>
        <p:spPr>
          <a:xfrm>
            <a:off x="6667500" y="31521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6" name="직사각형 375">
            <a:extLst>
              <a:ext uri="{FF2B5EF4-FFF2-40B4-BE49-F238E27FC236}">
                <a16:creationId xmlns:a16="http://schemas.microsoft.com/office/drawing/2014/main" id="{F1BBA3B3-34D0-6772-F7B5-0BB19701E617}"/>
              </a:ext>
            </a:extLst>
          </p:cNvPr>
          <p:cNvSpPr/>
          <p:nvPr/>
        </p:nvSpPr>
        <p:spPr>
          <a:xfrm>
            <a:off x="6883400" y="31521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7" name="직사각형 376">
            <a:extLst>
              <a:ext uri="{FF2B5EF4-FFF2-40B4-BE49-F238E27FC236}">
                <a16:creationId xmlns:a16="http://schemas.microsoft.com/office/drawing/2014/main" id="{487717FA-9957-AAB4-989A-85820DDE1406}"/>
              </a:ext>
            </a:extLst>
          </p:cNvPr>
          <p:cNvSpPr/>
          <p:nvPr/>
        </p:nvSpPr>
        <p:spPr>
          <a:xfrm>
            <a:off x="7099300" y="31521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8" name="직사각형 377">
            <a:extLst>
              <a:ext uri="{FF2B5EF4-FFF2-40B4-BE49-F238E27FC236}">
                <a16:creationId xmlns:a16="http://schemas.microsoft.com/office/drawing/2014/main" id="{E08A39AC-8F14-54D6-2E53-22FEAC888F55}"/>
              </a:ext>
            </a:extLst>
          </p:cNvPr>
          <p:cNvSpPr/>
          <p:nvPr/>
        </p:nvSpPr>
        <p:spPr>
          <a:xfrm>
            <a:off x="5588000" y="34569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9" name="직사각형 378">
            <a:extLst>
              <a:ext uri="{FF2B5EF4-FFF2-40B4-BE49-F238E27FC236}">
                <a16:creationId xmlns:a16="http://schemas.microsoft.com/office/drawing/2014/main" id="{DFD6F231-1F23-FB07-D02E-ECCEEFF43953}"/>
              </a:ext>
            </a:extLst>
          </p:cNvPr>
          <p:cNvSpPr/>
          <p:nvPr/>
        </p:nvSpPr>
        <p:spPr>
          <a:xfrm>
            <a:off x="6019800" y="34569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0" name="직사각형 379">
            <a:extLst>
              <a:ext uri="{FF2B5EF4-FFF2-40B4-BE49-F238E27FC236}">
                <a16:creationId xmlns:a16="http://schemas.microsoft.com/office/drawing/2014/main" id="{A92FF96D-94A1-D687-52BE-F675ACD0FBF2}"/>
              </a:ext>
            </a:extLst>
          </p:cNvPr>
          <p:cNvSpPr/>
          <p:nvPr/>
        </p:nvSpPr>
        <p:spPr>
          <a:xfrm>
            <a:off x="6235700" y="34569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551AE362-68BC-C854-2E5C-2612B9F30E86}"/>
              </a:ext>
            </a:extLst>
          </p:cNvPr>
          <p:cNvSpPr/>
          <p:nvPr/>
        </p:nvSpPr>
        <p:spPr>
          <a:xfrm>
            <a:off x="6451600" y="34569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2" name="직사각형 381">
            <a:extLst>
              <a:ext uri="{FF2B5EF4-FFF2-40B4-BE49-F238E27FC236}">
                <a16:creationId xmlns:a16="http://schemas.microsoft.com/office/drawing/2014/main" id="{BD1DB51B-1AC7-A83F-A445-59F5CD886DF9}"/>
              </a:ext>
            </a:extLst>
          </p:cNvPr>
          <p:cNvSpPr/>
          <p:nvPr/>
        </p:nvSpPr>
        <p:spPr>
          <a:xfrm>
            <a:off x="6667500" y="34569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1841E771-CA76-889A-0D57-01049FD834B3}"/>
              </a:ext>
            </a:extLst>
          </p:cNvPr>
          <p:cNvSpPr/>
          <p:nvPr/>
        </p:nvSpPr>
        <p:spPr>
          <a:xfrm>
            <a:off x="7099300" y="34569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4" name="직사각형 383">
            <a:extLst>
              <a:ext uri="{FF2B5EF4-FFF2-40B4-BE49-F238E27FC236}">
                <a16:creationId xmlns:a16="http://schemas.microsoft.com/office/drawing/2014/main" id="{7C380DAF-A230-0F1D-C7CE-3B2FEC3CDB85}"/>
              </a:ext>
            </a:extLst>
          </p:cNvPr>
          <p:cNvSpPr/>
          <p:nvPr/>
        </p:nvSpPr>
        <p:spPr>
          <a:xfrm>
            <a:off x="5588000" y="3761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76BDFE0D-F263-AF57-F635-2CDA22A8FEA1}"/>
              </a:ext>
            </a:extLst>
          </p:cNvPr>
          <p:cNvSpPr/>
          <p:nvPr/>
        </p:nvSpPr>
        <p:spPr>
          <a:xfrm>
            <a:off x="5803900" y="376174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6" name="직사각형 385">
            <a:extLst>
              <a:ext uri="{FF2B5EF4-FFF2-40B4-BE49-F238E27FC236}">
                <a16:creationId xmlns:a16="http://schemas.microsoft.com/office/drawing/2014/main" id="{459CF87A-5340-334A-6E75-0E9AF120B8E1}"/>
              </a:ext>
            </a:extLst>
          </p:cNvPr>
          <p:cNvSpPr/>
          <p:nvPr/>
        </p:nvSpPr>
        <p:spPr>
          <a:xfrm>
            <a:off x="6019800" y="3761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5651F43B-1F41-0103-3768-8121D575113E}"/>
              </a:ext>
            </a:extLst>
          </p:cNvPr>
          <p:cNvSpPr/>
          <p:nvPr/>
        </p:nvSpPr>
        <p:spPr>
          <a:xfrm>
            <a:off x="6451600" y="3761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76811F2F-1A79-3F43-99A6-BEE522DBD978}"/>
              </a:ext>
            </a:extLst>
          </p:cNvPr>
          <p:cNvSpPr/>
          <p:nvPr/>
        </p:nvSpPr>
        <p:spPr>
          <a:xfrm>
            <a:off x="6883400" y="376174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9" name="직사각형 388">
            <a:extLst>
              <a:ext uri="{FF2B5EF4-FFF2-40B4-BE49-F238E27FC236}">
                <a16:creationId xmlns:a16="http://schemas.microsoft.com/office/drawing/2014/main" id="{C2A8C4CC-1EB6-99C9-0A48-03630610E925}"/>
              </a:ext>
            </a:extLst>
          </p:cNvPr>
          <p:cNvSpPr/>
          <p:nvPr/>
        </p:nvSpPr>
        <p:spPr>
          <a:xfrm>
            <a:off x="7559040" y="960120"/>
            <a:ext cx="1706880" cy="2948940"/>
          </a:xfrm>
          <a:prstGeom prst="rect">
            <a:avLst/>
          </a:prstGeom>
          <a:solidFill>
            <a:srgbClr val="0B122F"/>
          </a:solidFill>
          <a:ln>
            <a:solidFill>
              <a:srgbClr val="0B1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0" name="직사각형 389">
            <a:extLst>
              <a:ext uri="{FF2B5EF4-FFF2-40B4-BE49-F238E27FC236}">
                <a16:creationId xmlns:a16="http://schemas.microsoft.com/office/drawing/2014/main" id="{BE1BB912-165A-F64B-FE52-5A80DEF05061}"/>
              </a:ext>
            </a:extLst>
          </p:cNvPr>
          <p:cNvSpPr/>
          <p:nvPr/>
        </p:nvSpPr>
        <p:spPr>
          <a:xfrm>
            <a:off x="7559040" y="960120"/>
            <a:ext cx="1706880" cy="381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1" name="직사각형 390">
            <a:extLst>
              <a:ext uri="{FF2B5EF4-FFF2-40B4-BE49-F238E27FC236}">
                <a16:creationId xmlns:a16="http://schemas.microsoft.com/office/drawing/2014/main" id="{9A5AA7F5-5B57-4B71-A382-06C3FE3E5028}"/>
              </a:ext>
            </a:extLst>
          </p:cNvPr>
          <p:cNvSpPr/>
          <p:nvPr/>
        </p:nvSpPr>
        <p:spPr>
          <a:xfrm>
            <a:off x="7876540" y="11633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2" name="직사각형 391">
            <a:extLst>
              <a:ext uri="{FF2B5EF4-FFF2-40B4-BE49-F238E27FC236}">
                <a16:creationId xmlns:a16="http://schemas.microsoft.com/office/drawing/2014/main" id="{1D77F0A2-AF9D-CD6D-C817-87ABDF29AC11}"/>
              </a:ext>
            </a:extLst>
          </p:cNvPr>
          <p:cNvSpPr/>
          <p:nvPr/>
        </p:nvSpPr>
        <p:spPr>
          <a:xfrm>
            <a:off x="8308340" y="11633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3" name="직사각형 392">
            <a:extLst>
              <a:ext uri="{FF2B5EF4-FFF2-40B4-BE49-F238E27FC236}">
                <a16:creationId xmlns:a16="http://schemas.microsoft.com/office/drawing/2014/main" id="{E046B007-5A67-88F2-716E-BA69B52A99C1}"/>
              </a:ext>
            </a:extLst>
          </p:cNvPr>
          <p:cNvSpPr/>
          <p:nvPr/>
        </p:nvSpPr>
        <p:spPr>
          <a:xfrm>
            <a:off x="8524240" y="11633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52703A2B-9724-41A3-4BD1-F5EBB43B682A}"/>
              </a:ext>
            </a:extLst>
          </p:cNvPr>
          <p:cNvSpPr/>
          <p:nvPr/>
        </p:nvSpPr>
        <p:spPr>
          <a:xfrm>
            <a:off x="8956040" y="11633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5" name="직사각형 394">
            <a:extLst>
              <a:ext uri="{FF2B5EF4-FFF2-40B4-BE49-F238E27FC236}">
                <a16:creationId xmlns:a16="http://schemas.microsoft.com/office/drawing/2014/main" id="{A36774D9-B627-49E3-E5C6-B59C09B198BF}"/>
              </a:ext>
            </a:extLst>
          </p:cNvPr>
          <p:cNvSpPr/>
          <p:nvPr/>
        </p:nvSpPr>
        <p:spPr>
          <a:xfrm>
            <a:off x="7660640" y="14681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6" name="직사각형 395">
            <a:extLst>
              <a:ext uri="{FF2B5EF4-FFF2-40B4-BE49-F238E27FC236}">
                <a16:creationId xmlns:a16="http://schemas.microsoft.com/office/drawing/2014/main" id="{5812A663-370A-9746-5D98-DD126FF93958}"/>
              </a:ext>
            </a:extLst>
          </p:cNvPr>
          <p:cNvSpPr/>
          <p:nvPr/>
        </p:nvSpPr>
        <p:spPr>
          <a:xfrm>
            <a:off x="7876540" y="14681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7" name="직사각형 396">
            <a:extLst>
              <a:ext uri="{FF2B5EF4-FFF2-40B4-BE49-F238E27FC236}">
                <a16:creationId xmlns:a16="http://schemas.microsoft.com/office/drawing/2014/main" id="{45FECB68-F384-26B5-EBD4-6D2A2FEBF4AB}"/>
              </a:ext>
            </a:extLst>
          </p:cNvPr>
          <p:cNvSpPr/>
          <p:nvPr/>
        </p:nvSpPr>
        <p:spPr>
          <a:xfrm>
            <a:off x="8092440" y="14681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8" name="직사각형 397">
            <a:extLst>
              <a:ext uri="{FF2B5EF4-FFF2-40B4-BE49-F238E27FC236}">
                <a16:creationId xmlns:a16="http://schemas.microsoft.com/office/drawing/2014/main" id="{780119BB-CD3F-83A6-46BD-37F843FCA5A3}"/>
              </a:ext>
            </a:extLst>
          </p:cNvPr>
          <p:cNvSpPr/>
          <p:nvPr/>
        </p:nvSpPr>
        <p:spPr>
          <a:xfrm>
            <a:off x="8308340" y="14681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9" name="직사각형 398">
            <a:extLst>
              <a:ext uri="{FF2B5EF4-FFF2-40B4-BE49-F238E27FC236}">
                <a16:creationId xmlns:a16="http://schemas.microsoft.com/office/drawing/2014/main" id="{7977FD3B-52A7-E03F-80DE-08F8997AF16A}"/>
              </a:ext>
            </a:extLst>
          </p:cNvPr>
          <p:cNvSpPr/>
          <p:nvPr/>
        </p:nvSpPr>
        <p:spPr>
          <a:xfrm>
            <a:off x="8740140" y="14681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0" name="직사각형 399">
            <a:extLst>
              <a:ext uri="{FF2B5EF4-FFF2-40B4-BE49-F238E27FC236}">
                <a16:creationId xmlns:a16="http://schemas.microsoft.com/office/drawing/2014/main" id="{C94D4EC5-8629-EDCC-FE83-EA94E1F2F804}"/>
              </a:ext>
            </a:extLst>
          </p:cNvPr>
          <p:cNvSpPr/>
          <p:nvPr/>
        </p:nvSpPr>
        <p:spPr>
          <a:xfrm>
            <a:off x="9171940" y="14681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1" name="직사각형 400">
            <a:extLst>
              <a:ext uri="{FF2B5EF4-FFF2-40B4-BE49-F238E27FC236}">
                <a16:creationId xmlns:a16="http://schemas.microsoft.com/office/drawing/2014/main" id="{55F5D61D-969A-DD7D-E8CC-5F86639D2A0C}"/>
              </a:ext>
            </a:extLst>
          </p:cNvPr>
          <p:cNvSpPr/>
          <p:nvPr/>
        </p:nvSpPr>
        <p:spPr>
          <a:xfrm>
            <a:off x="7660640" y="17729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9B17772A-2093-58F4-0C26-BDA7200C6E3A}"/>
              </a:ext>
            </a:extLst>
          </p:cNvPr>
          <p:cNvSpPr/>
          <p:nvPr/>
        </p:nvSpPr>
        <p:spPr>
          <a:xfrm>
            <a:off x="8092440" y="17729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3" name="직사각형 402">
            <a:extLst>
              <a:ext uri="{FF2B5EF4-FFF2-40B4-BE49-F238E27FC236}">
                <a16:creationId xmlns:a16="http://schemas.microsoft.com/office/drawing/2014/main" id="{FE3FBCFC-D934-44B0-F723-063C3255CF19}"/>
              </a:ext>
            </a:extLst>
          </p:cNvPr>
          <p:cNvSpPr/>
          <p:nvPr/>
        </p:nvSpPr>
        <p:spPr>
          <a:xfrm>
            <a:off x="8524240" y="17729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직사각형 403">
            <a:extLst>
              <a:ext uri="{FF2B5EF4-FFF2-40B4-BE49-F238E27FC236}">
                <a16:creationId xmlns:a16="http://schemas.microsoft.com/office/drawing/2014/main" id="{9C783F90-2154-609D-C97B-AE0DBFC0A20F}"/>
              </a:ext>
            </a:extLst>
          </p:cNvPr>
          <p:cNvSpPr/>
          <p:nvPr/>
        </p:nvSpPr>
        <p:spPr>
          <a:xfrm>
            <a:off x="8740140" y="17729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직사각형 404">
            <a:extLst>
              <a:ext uri="{FF2B5EF4-FFF2-40B4-BE49-F238E27FC236}">
                <a16:creationId xmlns:a16="http://schemas.microsoft.com/office/drawing/2014/main" id="{A6D3CC3D-190E-1D81-D568-D272AAB3B544}"/>
              </a:ext>
            </a:extLst>
          </p:cNvPr>
          <p:cNvSpPr/>
          <p:nvPr/>
        </p:nvSpPr>
        <p:spPr>
          <a:xfrm>
            <a:off x="8956040" y="17729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A07ED9DC-B80D-6DF5-C987-A9D86A3F8C4A}"/>
              </a:ext>
            </a:extLst>
          </p:cNvPr>
          <p:cNvSpPr/>
          <p:nvPr/>
        </p:nvSpPr>
        <p:spPr>
          <a:xfrm>
            <a:off x="9171940" y="17729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7" name="직사각형 406">
            <a:extLst>
              <a:ext uri="{FF2B5EF4-FFF2-40B4-BE49-F238E27FC236}">
                <a16:creationId xmlns:a16="http://schemas.microsoft.com/office/drawing/2014/main" id="{B543A87F-302B-8320-5D2E-32FB6E817C14}"/>
              </a:ext>
            </a:extLst>
          </p:cNvPr>
          <p:cNvSpPr/>
          <p:nvPr/>
        </p:nvSpPr>
        <p:spPr>
          <a:xfrm>
            <a:off x="7660640" y="20777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8" name="직사각형 407">
            <a:extLst>
              <a:ext uri="{FF2B5EF4-FFF2-40B4-BE49-F238E27FC236}">
                <a16:creationId xmlns:a16="http://schemas.microsoft.com/office/drawing/2014/main" id="{1FFF38D3-6500-1B8F-FBA4-E41A790EA4B6}"/>
              </a:ext>
            </a:extLst>
          </p:cNvPr>
          <p:cNvSpPr/>
          <p:nvPr/>
        </p:nvSpPr>
        <p:spPr>
          <a:xfrm>
            <a:off x="7876540" y="20777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9" name="직사각형 408">
            <a:extLst>
              <a:ext uri="{FF2B5EF4-FFF2-40B4-BE49-F238E27FC236}">
                <a16:creationId xmlns:a16="http://schemas.microsoft.com/office/drawing/2014/main" id="{E9C6BBE2-A4E7-5B80-08A5-E19EDA4D1237}"/>
              </a:ext>
            </a:extLst>
          </p:cNvPr>
          <p:cNvSpPr/>
          <p:nvPr/>
        </p:nvSpPr>
        <p:spPr>
          <a:xfrm>
            <a:off x="8092440" y="20777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75ECCD0D-3050-3BC1-BD06-DCA9428DCB41}"/>
              </a:ext>
            </a:extLst>
          </p:cNvPr>
          <p:cNvSpPr/>
          <p:nvPr/>
        </p:nvSpPr>
        <p:spPr>
          <a:xfrm>
            <a:off x="8308340" y="20777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1" name="직사각형 410">
            <a:extLst>
              <a:ext uri="{FF2B5EF4-FFF2-40B4-BE49-F238E27FC236}">
                <a16:creationId xmlns:a16="http://schemas.microsoft.com/office/drawing/2014/main" id="{3C79993F-2C30-04B5-3796-1FB863FF5FDF}"/>
              </a:ext>
            </a:extLst>
          </p:cNvPr>
          <p:cNvSpPr/>
          <p:nvPr/>
        </p:nvSpPr>
        <p:spPr>
          <a:xfrm>
            <a:off x="8740140" y="20777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31174914-6CB4-D511-5170-8731A4702EFB}"/>
              </a:ext>
            </a:extLst>
          </p:cNvPr>
          <p:cNvSpPr/>
          <p:nvPr/>
        </p:nvSpPr>
        <p:spPr>
          <a:xfrm>
            <a:off x="9171940" y="20777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3" name="직사각형 412">
            <a:extLst>
              <a:ext uri="{FF2B5EF4-FFF2-40B4-BE49-F238E27FC236}">
                <a16:creationId xmlns:a16="http://schemas.microsoft.com/office/drawing/2014/main" id="{EC443007-BDD7-5BFB-9EEB-4B559859E81D}"/>
              </a:ext>
            </a:extLst>
          </p:cNvPr>
          <p:cNvSpPr/>
          <p:nvPr/>
        </p:nvSpPr>
        <p:spPr>
          <a:xfrm>
            <a:off x="7660640" y="23825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DA6648B4-17AD-4F17-B76F-63F28B0CE0DA}"/>
              </a:ext>
            </a:extLst>
          </p:cNvPr>
          <p:cNvSpPr/>
          <p:nvPr/>
        </p:nvSpPr>
        <p:spPr>
          <a:xfrm>
            <a:off x="8092440" y="23825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5" name="직사각형 414">
            <a:extLst>
              <a:ext uri="{FF2B5EF4-FFF2-40B4-BE49-F238E27FC236}">
                <a16:creationId xmlns:a16="http://schemas.microsoft.com/office/drawing/2014/main" id="{7E325700-E02F-664B-6361-A0402147B19B}"/>
              </a:ext>
            </a:extLst>
          </p:cNvPr>
          <p:cNvSpPr/>
          <p:nvPr/>
        </p:nvSpPr>
        <p:spPr>
          <a:xfrm>
            <a:off x="8524240" y="23825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6" name="직사각형 415">
            <a:extLst>
              <a:ext uri="{FF2B5EF4-FFF2-40B4-BE49-F238E27FC236}">
                <a16:creationId xmlns:a16="http://schemas.microsoft.com/office/drawing/2014/main" id="{E85A308E-4F0A-1465-33F2-FA789B07285B}"/>
              </a:ext>
            </a:extLst>
          </p:cNvPr>
          <p:cNvSpPr/>
          <p:nvPr/>
        </p:nvSpPr>
        <p:spPr>
          <a:xfrm>
            <a:off x="8740140" y="23825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7" name="직사각형 416">
            <a:extLst>
              <a:ext uri="{FF2B5EF4-FFF2-40B4-BE49-F238E27FC236}">
                <a16:creationId xmlns:a16="http://schemas.microsoft.com/office/drawing/2014/main" id="{EC3E9259-BAF1-0DD6-1A04-998CA60223BA}"/>
              </a:ext>
            </a:extLst>
          </p:cNvPr>
          <p:cNvSpPr/>
          <p:nvPr/>
        </p:nvSpPr>
        <p:spPr>
          <a:xfrm>
            <a:off x="8956040" y="23825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8" name="직사각형 417">
            <a:extLst>
              <a:ext uri="{FF2B5EF4-FFF2-40B4-BE49-F238E27FC236}">
                <a16:creationId xmlns:a16="http://schemas.microsoft.com/office/drawing/2014/main" id="{DE3773DD-BC0C-7BF5-D633-826D4D35B445}"/>
              </a:ext>
            </a:extLst>
          </p:cNvPr>
          <p:cNvSpPr/>
          <p:nvPr/>
        </p:nvSpPr>
        <p:spPr>
          <a:xfrm>
            <a:off x="9171940" y="23825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9" name="직사각형 418">
            <a:extLst>
              <a:ext uri="{FF2B5EF4-FFF2-40B4-BE49-F238E27FC236}">
                <a16:creationId xmlns:a16="http://schemas.microsoft.com/office/drawing/2014/main" id="{6EC46670-C2D7-FF5B-8661-D21D72875972}"/>
              </a:ext>
            </a:extLst>
          </p:cNvPr>
          <p:cNvSpPr/>
          <p:nvPr/>
        </p:nvSpPr>
        <p:spPr>
          <a:xfrm>
            <a:off x="7876540" y="26873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0" name="직사각형 419">
            <a:extLst>
              <a:ext uri="{FF2B5EF4-FFF2-40B4-BE49-F238E27FC236}">
                <a16:creationId xmlns:a16="http://schemas.microsoft.com/office/drawing/2014/main" id="{E7F6DD00-E239-4C21-6BB9-19605F4ADD03}"/>
              </a:ext>
            </a:extLst>
          </p:cNvPr>
          <p:cNvSpPr/>
          <p:nvPr/>
        </p:nvSpPr>
        <p:spPr>
          <a:xfrm>
            <a:off x="8308340" y="26873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1" name="직사각형 420">
            <a:extLst>
              <a:ext uri="{FF2B5EF4-FFF2-40B4-BE49-F238E27FC236}">
                <a16:creationId xmlns:a16="http://schemas.microsoft.com/office/drawing/2014/main" id="{E5480AAE-B3C7-7047-CBD4-680A24402B88}"/>
              </a:ext>
            </a:extLst>
          </p:cNvPr>
          <p:cNvSpPr/>
          <p:nvPr/>
        </p:nvSpPr>
        <p:spPr>
          <a:xfrm>
            <a:off x="8524240" y="26873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2" name="직사각형 421">
            <a:extLst>
              <a:ext uri="{FF2B5EF4-FFF2-40B4-BE49-F238E27FC236}">
                <a16:creationId xmlns:a16="http://schemas.microsoft.com/office/drawing/2014/main" id="{84B1D61D-BC6F-B274-64AC-B843F5ECD2DB}"/>
              </a:ext>
            </a:extLst>
          </p:cNvPr>
          <p:cNvSpPr/>
          <p:nvPr/>
        </p:nvSpPr>
        <p:spPr>
          <a:xfrm>
            <a:off x="8956040" y="26873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3" name="직사각형 422">
            <a:extLst>
              <a:ext uri="{FF2B5EF4-FFF2-40B4-BE49-F238E27FC236}">
                <a16:creationId xmlns:a16="http://schemas.microsoft.com/office/drawing/2014/main" id="{841B4224-DE9E-E013-67A2-047D40EFF435}"/>
              </a:ext>
            </a:extLst>
          </p:cNvPr>
          <p:cNvSpPr/>
          <p:nvPr/>
        </p:nvSpPr>
        <p:spPr>
          <a:xfrm>
            <a:off x="7660640" y="29921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4" name="직사각형 423">
            <a:extLst>
              <a:ext uri="{FF2B5EF4-FFF2-40B4-BE49-F238E27FC236}">
                <a16:creationId xmlns:a16="http://schemas.microsoft.com/office/drawing/2014/main" id="{6EA63AC0-419E-FAB2-889F-0B9DECC5BFB3}"/>
              </a:ext>
            </a:extLst>
          </p:cNvPr>
          <p:cNvSpPr/>
          <p:nvPr/>
        </p:nvSpPr>
        <p:spPr>
          <a:xfrm>
            <a:off x="7876540" y="29921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FEE3E19E-686E-1B93-E176-D73468882D38}"/>
              </a:ext>
            </a:extLst>
          </p:cNvPr>
          <p:cNvSpPr/>
          <p:nvPr/>
        </p:nvSpPr>
        <p:spPr>
          <a:xfrm>
            <a:off x="8092440" y="29921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6" name="직사각형 425">
            <a:extLst>
              <a:ext uri="{FF2B5EF4-FFF2-40B4-BE49-F238E27FC236}">
                <a16:creationId xmlns:a16="http://schemas.microsoft.com/office/drawing/2014/main" id="{5B931E09-0DDE-7908-E72A-D1D7C34EF1A0}"/>
              </a:ext>
            </a:extLst>
          </p:cNvPr>
          <p:cNvSpPr/>
          <p:nvPr/>
        </p:nvSpPr>
        <p:spPr>
          <a:xfrm>
            <a:off x="8308340" y="29921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7" name="직사각형 426">
            <a:extLst>
              <a:ext uri="{FF2B5EF4-FFF2-40B4-BE49-F238E27FC236}">
                <a16:creationId xmlns:a16="http://schemas.microsoft.com/office/drawing/2014/main" id="{2B3925CE-579A-B73E-1920-F8B4A1FFFC2B}"/>
              </a:ext>
            </a:extLst>
          </p:cNvPr>
          <p:cNvSpPr/>
          <p:nvPr/>
        </p:nvSpPr>
        <p:spPr>
          <a:xfrm>
            <a:off x="8740140" y="29921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8" name="직사각형 427">
            <a:extLst>
              <a:ext uri="{FF2B5EF4-FFF2-40B4-BE49-F238E27FC236}">
                <a16:creationId xmlns:a16="http://schemas.microsoft.com/office/drawing/2014/main" id="{36D318DD-054F-BA14-D72B-98349DFB4835}"/>
              </a:ext>
            </a:extLst>
          </p:cNvPr>
          <p:cNvSpPr/>
          <p:nvPr/>
        </p:nvSpPr>
        <p:spPr>
          <a:xfrm>
            <a:off x="9171940" y="29921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9" name="직사각형 428">
            <a:extLst>
              <a:ext uri="{FF2B5EF4-FFF2-40B4-BE49-F238E27FC236}">
                <a16:creationId xmlns:a16="http://schemas.microsoft.com/office/drawing/2014/main" id="{A984D6DD-55C8-24C3-0EB9-B86A1A7C55B0}"/>
              </a:ext>
            </a:extLst>
          </p:cNvPr>
          <p:cNvSpPr/>
          <p:nvPr/>
        </p:nvSpPr>
        <p:spPr>
          <a:xfrm>
            <a:off x="7660640" y="32969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0" name="직사각형 429">
            <a:extLst>
              <a:ext uri="{FF2B5EF4-FFF2-40B4-BE49-F238E27FC236}">
                <a16:creationId xmlns:a16="http://schemas.microsoft.com/office/drawing/2014/main" id="{CA2350CE-836B-FEB6-F28B-E49FED9193AD}"/>
              </a:ext>
            </a:extLst>
          </p:cNvPr>
          <p:cNvSpPr/>
          <p:nvPr/>
        </p:nvSpPr>
        <p:spPr>
          <a:xfrm>
            <a:off x="8092440" y="32969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440E0F93-E40E-4B8D-57F6-6A10B1E10C73}"/>
              </a:ext>
            </a:extLst>
          </p:cNvPr>
          <p:cNvSpPr/>
          <p:nvPr/>
        </p:nvSpPr>
        <p:spPr>
          <a:xfrm>
            <a:off x="8524240" y="32969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2" name="직사각형 431">
            <a:extLst>
              <a:ext uri="{FF2B5EF4-FFF2-40B4-BE49-F238E27FC236}">
                <a16:creationId xmlns:a16="http://schemas.microsoft.com/office/drawing/2014/main" id="{BC562F8B-6838-24C7-4FA7-D6A52C7C884C}"/>
              </a:ext>
            </a:extLst>
          </p:cNvPr>
          <p:cNvSpPr/>
          <p:nvPr/>
        </p:nvSpPr>
        <p:spPr>
          <a:xfrm>
            <a:off x="8740140" y="32969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3" name="직사각형 432">
            <a:extLst>
              <a:ext uri="{FF2B5EF4-FFF2-40B4-BE49-F238E27FC236}">
                <a16:creationId xmlns:a16="http://schemas.microsoft.com/office/drawing/2014/main" id="{9E1227E2-DA67-6A59-6AAD-9FC230749767}"/>
              </a:ext>
            </a:extLst>
          </p:cNvPr>
          <p:cNvSpPr/>
          <p:nvPr/>
        </p:nvSpPr>
        <p:spPr>
          <a:xfrm>
            <a:off x="8956040" y="32969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4" name="직사각형 433">
            <a:extLst>
              <a:ext uri="{FF2B5EF4-FFF2-40B4-BE49-F238E27FC236}">
                <a16:creationId xmlns:a16="http://schemas.microsoft.com/office/drawing/2014/main" id="{4D609FF7-BCE4-9AFF-212E-26A07BEF78D8}"/>
              </a:ext>
            </a:extLst>
          </p:cNvPr>
          <p:cNvSpPr/>
          <p:nvPr/>
        </p:nvSpPr>
        <p:spPr>
          <a:xfrm>
            <a:off x="9171940" y="32969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EF538E4F-319B-B0EB-DF60-047F4D213DD5}"/>
              </a:ext>
            </a:extLst>
          </p:cNvPr>
          <p:cNvSpPr/>
          <p:nvPr/>
        </p:nvSpPr>
        <p:spPr>
          <a:xfrm>
            <a:off x="7660640" y="36017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52AE4D7D-AFD9-D185-F2AD-C0D723CC26DB}"/>
              </a:ext>
            </a:extLst>
          </p:cNvPr>
          <p:cNvSpPr/>
          <p:nvPr/>
        </p:nvSpPr>
        <p:spPr>
          <a:xfrm>
            <a:off x="7876540" y="36017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7" name="직사각형 436">
            <a:extLst>
              <a:ext uri="{FF2B5EF4-FFF2-40B4-BE49-F238E27FC236}">
                <a16:creationId xmlns:a16="http://schemas.microsoft.com/office/drawing/2014/main" id="{AEE8B424-14F9-A8AC-0BFE-E2A3371036D1}"/>
              </a:ext>
            </a:extLst>
          </p:cNvPr>
          <p:cNvSpPr/>
          <p:nvPr/>
        </p:nvSpPr>
        <p:spPr>
          <a:xfrm>
            <a:off x="8092440" y="360172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8" name="직사각형 437">
            <a:extLst>
              <a:ext uri="{FF2B5EF4-FFF2-40B4-BE49-F238E27FC236}">
                <a16:creationId xmlns:a16="http://schemas.microsoft.com/office/drawing/2014/main" id="{1474472C-5F58-6EBB-9AF6-5D891937FD93}"/>
              </a:ext>
            </a:extLst>
          </p:cNvPr>
          <p:cNvSpPr/>
          <p:nvPr/>
        </p:nvSpPr>
        <p:spPr>
          <a:xfrm>
            <a:off x="8308340" y="36017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9" name="직사각형 438">
            <a:extLst>
              <a:ext uri="{FF2B5EF4-FFF2-40B4-BE49-F238E27FC236}">
                <a16:creationId xmlns:a16="http://schemas.microsoft.com/office/drawing/2014/main" id="{28FF886C-1482-0C05-234F-4ECC699DB038}"/>
              </a:ext>
            </a:extLst>
          </p:cNvPr>
          <p:cNvSpPr/>
          <p:nvPr/>
        </p:nvSpPr>
        <p:spPr>
          <a:xfrm>
            <a:off x="8740140" y="36017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FD134641-1E50-0147-394D-220240E2ACC2}"/>
              </a:ext>
            </a:extLst>
          </p:cNvPr>
          <p:cNvSpPr/>
          <p:nvPr/>
        </p:nvSpPr>
        <p:spPr>
          <a:xfrm>
            <a:off x="9171940" y="360172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E2A76775-2F29-748B-7466-CD61C0224C2F}"/>
              </a:ext>
            </a:extLst>
          </p:cNvPr>
          <p:cNvSpPr/>
          <p:nvPr/>
        </p:nvSpPr>
        <p:spPr>
          <a:xfrm>
            <a:off x="9265920" y="411480"/>
            <a:ext cx="1463040" cy="3497580"/>
          </a:xfrm>
          <a:prstGeom prst="rect">
            <a:avLst/>
          </a:prstGeom>
          <a:solidFill>
            <a:srgbClr val="0D1131"/>
          </a:solidFill>
          <a:ln>
            <a:solidFill>
              <a:srgbClr val="0D11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750B51D0-1F2E-14C7-1031-C4F4E16D5782}"/>
              </a:ext>
            </a:extLst>
          </p:cNvPr>
          <p:cNvSpPr/>
          <p:nvPr/>
        </p:nvSpPr>
        <p:spPr>
          <a:xfrm>
            <a:off x="9265920" y="411480"/>
            <a:ext cx="1463040" cy="381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3" name="직사각형 442">
            <a:extLst>
              <a:ext uri="{FF2B5EF4-FFF2-40B4-BE49-F238E27FC236}">
                <a16:creationId xmlns:a16="http://schemas.microsoft.com/office/drawing/2014/main" id="{5ED89C04-F936-D88A-B771-639CE70F98AA}"/>
              </a:ext>
            </a:extLst>
          </p:cNvPr>
          <p:cNvSpPr/>
          <p:nvPr/>
        </p:nvSpPr>
        <p:spPr>
          <a:xfrm>
            <a:off x="9968179" y="182880"/>
            <a:ext cx="38100" cy="228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4" name="타원 443">
            <a:extLst>
              <a:ext uri="{FF2B5EF4-FFF2-40B4-BE49-F238E27FC236}">
                <a16:creationId xmlns:a16="http://schemas.microsoft.com/office/drawing/2014/main" id="{E1BBD191-650B-8C62-D24B-5B66B9E20A95}"/>
              </a:ext>
            </a:extLst>
          </p:cNvPr>
          <p:cNvSpPr/>
          <p:nvPr/>
        </p:nvSpPr>
        <p:spPr>
          <a:xfrm>
            <a:off x="9602419" y="119380"/>
            <a:ext cx="101600" cy="101600"/>
          </a:xfrm>
          <a:prstGeom prst="ellipse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5" name="직사각형 444">
            <a:extLst>
              <a:ext uri="{FF2B5EF4-FFF2-40B4-BE49-F238E27FC236}">
                <a16:creationId xmlns:a16="http://schemas.microsoft.com/office/drawing/2014/main" id="{F5B854F0-81FC-EEE9-6B6E-2AFB2BE43F2F}"/>
              </a:ext>
            </a:extLst>
          </p:cNvPr>
          <p:cNvSpPr/>
          <p:nvPr/>
        </p:nvSpPr>
        <p:spPr>
          <a:xfrm>
            <a:off x="9583420" y="6146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6" name="직사각형 445">
            <a:extLst>
              <a:ext uri="{FF2B5EF4-FFF2-40B4-BE49-F238E27FC236}">
                <a16:creationId xmlns:a16="http://schemas.microsoft.com/office/drawing/2014/main" id="{5E9198B2-572F-3887-0405-4D603485DFFB}"/>
              </a:ext>
            </a:extLst>
          </p:cNvPr>
          <p:cNvSpPr/>
          <p:nvPr/>
        </p:nvSpPr>
        <p:spPr>
          <a:xfrm>
            <a:off x="10015220" y="6146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7" name="직사각형 446">
            <a:extLst>
              <a:ext uri="{FF2B5EF4-FFF2-40B4-BE49-F238E27FC236}">
                <a16:creationId xmlns:a16="http://schemas.microsoft.com/office/drawing/2014/main" id="{BC6B7D13-3D15-05A1-977E-CA155B3C1F1D}"/>
              </a:ext>
            </a:extLst>
          </p:cNvPr>
          <p:cNvSpPr/>
          <p:nvPr/>
        </p:nvSpPr>
        <p:spPr>
          <a:xfrm>
            <a:off x="10231120" y="6146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8" name="직사각형 447">
            <a:extLst>
              <a:ext uri="{FF2B5EF4-FFF2-40B4-BE49-F238E27FC236}">
                <a16:creationId xmlns:a16="http://schemas.microsoft.com/office/drawing/2014/main" id="{95EB7C19-9CD6-21AD-2074-371AEF6821B0}"/>
              </a:ext>
            </a:extLst>
          </p:cNvPr>
          <p:cNvSpPr/>
          <p:nvPr/>
        </p:nvSpPr>
        <p:spPr>
          <a:xfrm>
            <a:off x="10447020" y="6146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9" name="직사각형 448">
            <a:extLst>
              <a:ext uri="{FF2B5EF4-FFF2-40B4-BE49-F238E27FC236}">
                <a16:creationId xmlns:a16="http://schemas.microsoft.com/office/drawing/2014/main" id="{611A9FCB-4E90-673A-D778-7C01B6BEAE86}"/>
              </a:ext>
            </a:extLst>
          </p:cNvPr>
          <p:cNvSpPr/>
          <p:nvPr/>
        </p:nvSpPr>
        <p:spPr>
          <a:xfrm>
            <a:off x="10662920" y="6146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3AC97864-FB1A-57DC-D956-F4494D39C6A0}"/>
              </a:ext>
            </a:extLst>
          </p:cNvPr>
          <p:cNvSpPr/>
          <p:nvPr/>
        </p:nvSpPr>
        <p:spPr>
          <a:xfrm>
            <a:off x="9367520" y="9194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1" name="직사각형 450">
            <a:extLst>
              <a:ext uri="{FF2B5EF4-FFF2-40B4-BE49-F238E27FC236}">
                <a16:creationId xmlns:a16="http://schemas.microsoft.com/office/drawing/2014/main" id="{A8B3A2D8-8329-D009-3902-5F834C6D3A1F}"/>
              </a:ext>
            </a:extLst>
          </p:cNvPr>
          <p:cNvSpPr/>
          <p:nvPr/>
        </p:nvSpPr>
        <p:spPr>
          <a:xfrm>
            <a:off x="9799320" y="9194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2" name="직사각형 451">
            <a:extLst>
              <a:ext uri="{FF2B5EF4-FFF2-40B4-BE49-F238E27FC236}">
                <a16:creationId xmlns:a16="http://schemas.microsoft.com/office/drawing/2014/main" id="{3FFFB915-0808-232D-5740-F22990450338}"/>
              </a:ext>
            </a:extLst>
          </p:cNvPr>
          <p:cNvSpPr/>
          <p:nvPr/>
        </p:nvSpPr>
        <p:spPr>
          <a:xfrm>
            <a:off x="10015220" y="9194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3" name="직사각형 452">
            <a:extLst>
              <a:ext uri="{FF2B5EF4-FFF2-40B4-BE49-F238E27FC236}">
                <a16:creationId xmlns:a16="http://schemas.microsoft.com/office/drawing/2014/main" id="{E78F5800-463D-9392-F7EB-5CB1C264491D}"/>
              </a:ext>
            </a:extLst>
          </p:cNvPr>
          <p:cNvSpPr/>
          <p:nvPr/>
        </p:nvSpPr>
        <p:spPr>
          <a:xfrm>
            <a:off x="10447020" y="9194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4" name="직사각형 453">
            <a:extLst>
              <a:ext uri="{FF2B5EF4-FFF2-40B4-BE49-F238E27FC236}">
                <a16:creationId xmlns:a16="http://schemas.microsoft.com/office/drawing/2014/main" id="{88AAA8F5-6D8C-DCDA-F201-AD44D0439094}"/>
              </a:ext>
            </a:extLst>
          </p:cNvPr>
          <p:cNvSpPr/>
          <p:nvPr/>
        </p:nvSpPr>
        <p:spPr>
          <a:xfrm>
            <a:off x="9367520" y="12242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ADF05B51-3ACA-2242-EF8C-CB17C4579FFF}"/>
              </a:ext>
            </a:extLst>
          </p:cNvPr>
          <p:cNvSpPr/>
          <p:nvPr/>
        </p:nvSpPr>
        <p:spPr>
          <a:xfrm>
            <a:off x="9583420" y="12242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6" name="직사각형 455">
            <a:extLst>
              <a:ext uri="{FF2B5EF4-FFF2-40B4-BE49-F238E27FC236}">
                <a16:creationId xmlns:a16="http://schemas.microsoft.com/office/drawing/2014/main" id="{11D824F4-83D5-1874-8A39-689B85C8F457}"/>
              </a:ext>
            </a:extLst>
          </p:cNvPr>
          <p:cNvSpPr/>
          <p:nvPr/>
        </p:nvSpPr>
        <p:spPr>
          <a:xfrm>
            <a:off x="9799320" y="12242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7" name="직사각형 456">
            <a:extLst>
              <a:ext uri="{FF2B5EF4-FFF2-40B4-BE49-F238E27FC236}">
                <a16:creationId xmlns:a16="http://schemas.microsoft.com/office/drawing/2014/main" id="{1B1382F9-73B4-4C04-E082-076986900D6F}"/>
              </a:ext>
            </a:extLst>
          </p:cNvPr>
          <p:cNvSpPr/>
          <p:nvPr/>
        </p:nvSpPr>
        <p:spPr>
          <a:xfrm>
            <a:off x="10231120" y="12242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F57F171D-4013-C4BE-5BF5-205E4B0D5462}"/>
              </a:ext>
            </a:extLst>
          </p:cNvPr>
          <p:cNvSpPr/>
          <p:nvPr/>
        </p:nvSpPr>
        <p:spPr>
          <a:xfrm>
            <a:off x="10662920" y="12242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9" name="직사각형 458">
            <a:extLst>
              <a:ext uri="{FF2B5EF4-FFF2-40B4-BE49-F238E27FC236}">
                <a16:creationId xmlns:a16="http://schemas.microsoft.com/office/drawing/2014/main" id="{07F067D1-96DF-F3BB-0396-5C0CBDBE3D47}"/>
              </a:ext>
            </a:extLst>
          </p:cNvPr>
          <p:cNvSpPr/>
          <p:nvPr/>
        </p:nvSpPr>
        <p:spPr>
          <a:xfrm>
            <a:off x="9367520" y="15290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0" name="직사각형 459">
            <a:extLst>
              <a:ext uri="{FF2B5EF4-FFF2-40B4-BE49-F238E27FC236}">
                <a16:creationId xmlns:a16="http://schemas.microsoft.com/office/drawing/2014/main" id="{AEBA0DA0-14C7-29A2-1582-C55A68743CE7}"/>
              </a:ext>
            </a:extLst>
          </p:cNvPr>
          <p:cNvSpPr/>
          <p:nvPr/>
        </p:nvSpPr>
        <p:spPr>
          <a:xfrm>
            <a:off x="9799320" y="15290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1" name="직사각형 460">
            <a:extLst>
              <a:ext uri="{FF2B5EF4-FFF2-40B4-BE49-F238E27FC236}">
                <a16:creationId xmlns:a16="http://schemas.microsoft.com/office/drawing/2014/main" id="{3C154CFB-2712-C90F-0C3D-8F6CEFA08B89}"/>
              </a:ext>
            </a:extLst>
          </p:cNvPr>
          <p:cNvSpPr/>
          <p:nvPr/>
        </p:nvSpPr>
        <p:spPr>
          <a:xfrm>
            <a:off x="10015220" y="15290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2" name="직사각형 461">
            <a:extLst>
              <a:ext uri="{FF2B5EF4-FFF2-40B4-BE49-F238E27FC236}">
                <a16:creationId xmlns:a16="http://schemas.microsoft.com/office/drawing/2014/main" id="{3E373B91-6357-E9E8-B31B-BA1456A45503}"/>
              </a:ext>
            </a:extLst>
          </p:cNvPr>
          <p:cNvSpPr/>
          <p:nvPr/>
        </p:nvSpPr>
        <p:spPr>
          <a:xfrm>
            <a:off x="10447020" y="15290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3" name="직사각형 462">
            <a:extLst>
              <a:ext uri="{FF2B5EF4-FFF2-40B4-BE49-F238E27FC236}">
                <a16:creationId xmlns:a16="http://schemas.microsoft.com/office/drawing/2014/main" id="{945B156A-B52B-B32F-DB08-E8DD3264DDE3}"/>
              </a:ext>
            </a:extLst>
          </p:cNvPr>
          <p:cNvSpPr/>
          <p:nvPr/>
        </p:nvSpPr>
        <p:spPr>
          <a:xfrm>
            <a:off x="9367520" y="18338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4" name="직사각형 463">
            <a:extLst>
              <a:ext uri="{FF2B5EF4-FFF2-40B4-BE49-F238E27FC236}">
                <a16:creationId xmlns:a16="http://schemas.microsoft.com/office/drawing/2014/main" id="{3AD67405-E262-59C6-B9E2-7C709554E013}"/>
              </a:ext>
            </a:extLst>
          </p:cNvPr>
          <p:cNvSpPr/>
          <p:nvPr/>
        </p:nvSpPr>
        <p:spPr>
          <a:xfrm>
            <a:off x="9583420" y="18338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5" name="직사각형 464">
            <a:extLst>
              <a:ext uri="{FF2B5EF4-FFF2-40B4-BE49-F238E27FC236}">
                <a16:creationId xmlns:a16="http://schemas.microsoft.com/office/drawing/2014/main" id="{AB7F6918-0789-9901-5924-7AF0C0FAE207}"/>
              </a:ext>
            </a:extLst>
          </p:cNvPr>
          <p:cNvSpPr/>
          <p:nvPr/>
        </p:nvSpPr>
        <p:spPr>
          <a:xfrm>
            <a:off x="9799320" y="18338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6" name="직사각형 465">
            <a:extLst>
              <a:ext uri="{FF2B5EF4-FFF2-40B4-BE49-F238E27FC236}">
                <a16:creationId xmlns:a16="http://schemas.microsoft.com/office/drawing/2014/main" id="{D357C50A-3113-AD73-47D4-B217B3AC493B}"/>
              </a:ext>
            </a:extLst>
          </p:cNvPr>
          <p:cNvSpPr/>
          <p:nvPr/>
        </p:nvSpPr>
        <p:spPr>
          <a:xfrm>
            <a:off x="10231120" y="18338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7" name="직사각형 466">
            <a:extLst>
              <a:ext uri="{FF2B5EF4-FFF2-40B4-BE49-F238E27FC236}">
                <a16:creationId xmlns:a16="http://schemas.microsoft.com/office/drawing/2014/main" id="{E5EA40AB-9E3B-AE42-9311-90FC77560109}"/>
              </a:ext>
            </a:extLst>
          </p:cNvPr>
          <p:cNvSpPr/>
          <p:nvPr/>
        </p:nvSpPr>
        <p:spPr>
          <a:xfrm>
            <a:off x="10662920" y="18338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8" name="직사각형 467">
            <a:extLst>
              <a:ext uri="{FF2B5EF4-FFF2-40B4-BE49-F238E27FC236}">
                <a16:creationId xmlns:a16="http://schemas.microsoft.com/office/drawing/2014/main" id="{F6F4F1D3-BE9B-4984-0E2A-F4A1AEC27134}"/>
              </a:ext>
            </a:extLst>
          </p:cNvPr>
          <p:cNvSpPr/>
          <p:nvPr/>
        </p:nvSpPr>
        <p:spPr>
          <a:xfrm>
            <a:off x="9583420" y="21386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9" name="직사각형 468">
            <a:extLst>
              <a:ext uri="{FF2B5EF4-FFF2-40B4-BE49-F238E27FC236}">
                <a16:creationId xmlns:a16="http://schemas.microsoft.com/office/drawing/2014/main" id="{B50C103B-670A-8028-FB5D-C5FD5C5ABF06}"/>
              </a:ext>
            </a:extLst>
          </p:cNvPr>
          <p:cNvSpPr/>
          <p:nvPr/>
        </p:nvSpPr>
        <p:spPr>
          <a:xfrm>
            <a:off x="10015220" y="21386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0" name="직사각형 469">
            <a:extLst>
              <a:ext uri="{FF2B5EF4-FFF2-40B4-BE49-F238E27FC236}">
                <a16:creationId xmlns:a16="http://schemas.microsoft.com/office/drawing/2014/main" id="{53392343-CCB7-AAB0-EE85-13DDB45743EC}"/>
              </a:ext>
            </a:extLst>
          </p:cNvPr>
          <p:cNvSpPr/>
          <p:nvPr/>
        </p:nvSpPr>
        <p:spPr>
          <a:xfrm>
            <a:off x="10231120" y="21386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1" name="직사각형 470">
            <a:extLst>
              <a:ext uri="{FF2B5EF4-FFF2-40B4-BE49-F238E27FC236}">
                <a16:creationId xmlns:a16="http://schemas.microsoft.com/office/drawing/2014/main" id="{264FFC93-04AB-FADD-0B7F-D19603134FAE}"/>
              </a:ext>
            </a:extLst>
          </p:cNvPr>
          <p:cNvSpPr/>
          <p:nvPr/>
        </p:nvSpPr>
        <p:spPr>
          <a:xfrm>
            <a:off x="10447020" y="21386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2" name="직사각형 471">
            <a:extLst>
              <a:ext uri="{FF2B5EF4-FFF2-40B4-BE49-F238E27FC236}">
                <a16:creationId xmlns:a16="http://schemas.microsoft.com/office/drawing/2014/main" id="{33535F1E-D96A-EF83-DBC6-17E855469EEC}"/>
              </a:ext>
            </a:extLst>
          </p:cNvPr>
          <p:cNvSpPr/>
          <p:nvPr/>
        </p:nvSpPr>
        <p:spPr>
          <a:xfrm>
            <a:off x="10662920" y="21386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3" name="직사각형 472">
            <a:extLst>
              <a:ext uri="{FF2B5EF4-FFF2-40B4-BE49-F238E27FC236}">
                <a16:creationId xmlns:a16="http://schemas.microsoft.com/office/drawing/2014/main" id="{DF138099-FD81-A7C7-C015-62283A70320C}"/>
              </a:ext>
            </a:extLst>
          </p:cNvPr>
          <p:cNvSpPr/>
          <p:nvPr/>
        </p:nvSpPr>
        <p:spPr>
          <a:xfrm>
            <a:off x="9367520" y="24434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AE7EBF77-222D-A9FE-7B94-5B939A2096FF}"/>
              </a:ext>
            </a:extLst>
          </p:cNvPr>
          <p:cNvSpPr/>
          <p:nvPr/>
        </p:nvSpPr>
        <p:spPr>
          <a:xfrm>
            <a:off x="9799320" y="24434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5" name="직사각형 474">
            <a:extLst>
              <a:ext uri="{FF2B5EF4-FFF2-40B4-BE49-F238E27FC236}">
                <a16:creationId xmlns:a16="http://schemas.microsoft.com/office/drawing/2014/main" id="{15DE8457-98F6-7598-8341-3D28BE65AA6B}"/>
              </a:ext>
            </a:extLst>
          </p:cNvPr>
          <p:cNvSpPr/>
          <p:nvPr/>
        </p:nvSpPr>
        <p:spPr>
          <a:xfrm>
            <a:off x="10015220" y="24434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6" name="직사각형 475">
            <a:extLst>
              <a:ext uri="{FF2B5EF4-FFF2-40B4-BE49-F238E27FC236}">
                <a16:creationId xmlns:a16="http://schemas.microsoft.com/office/drawing/2014/main" id="{17AB4417-A15F-E33C-F2F2-41A57448E93C}"/>
              </a:ext>
            </a:extLst>
          </p:cNvPr>
          <p:cNvSpPr/>
          <p:nvPr/>
        </p:nvSpPr>
        <p:spPr>
          <a:xfrm>
            <a:off x="10447020" y="24434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7" name="직사각형 476">
            <a:extLst>
              <a:ext uri="{FF2B5EF4-FFF2-40B4-BE49-F238E27FC236}">
                <a16:creationId xmlns:a16="http://schemas.microsoft.com/office/drawing/2014/main" id="{94884289-572E-5940-60F1-C438AA7AE6F2}"/>
              </a:ext>
            </a:extLst>
          </p:cNvPr>
          <p:cNvSpPr/>
          <p:nvPr/>
        </p:nvSpPr>
        <p:spPr>
          <a:xfrm>
            <a:off x="9367520" y="27482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8" name="직사각형 477">
            <a:extLst>
              <a:ext uri="{FF2B5EF4-FFF2-40B4-BE49-F238E27FC236}">
                <a16:creationId xmlns:a16="http://schemas.microsoft.com/office/drawing/2014/main" id="{08795AF7-2D73-2278-D7E7-C9B34E411CD0}"/>
              </a:ext>
            </a:extLst>
          </p:cNvPr>
          <p:cNvSpPr/>
          <p:nvPr/>
        </p:nvSpPr>
        <p:spPr>
          <a:xfrm>
            <a:off x="9583420" y="27482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9" name="직사각형 478">
            <a:extLst>
              <a:ext uri="{FF2B5EF4-FFF2-40B4-BE49-F238E27FC236}">
                <a16:creationId xmlns:a16="http://schemas.microsoft.com/office/drawing/2014/main" id="{66AD4961-44AA-C706-2070-B200216BB95E}"/>
              </a:ext>
            </a:extLst>
          </p:cNvPr>
          <p:cNvSpPr/>
          <p:nvPr/>
        </p:nvSpPr>
        <p:spPr>
          <a:xfrm>
            <a:off x="9799320" y="27482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0" name="직사각형 479">
            <a:extLst>
              <a:ext uri="{FF2B5EF4-FFF2-40B4-BE49-F238E27FC236}">
                <a16:creationId xmlns:a16="http://schemas.microsoft.com/office/drawing/2014/main" id="{99688E60-3FBC-C114-0DEB-5B9369A017FE}"/>
              </a:ext>
            </a:extLst>
          </p:cNvPr>
          <p:cNvSpPr/>
          <p:nvPr/>
        </p:nvSpPr>
        <p:spPr>
          <a:xfrm>
            <a:off x="10231120" y="27482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1" name="직사각형 480">
            <a:extLst>
              <a:ext uri="{FF2B5EF4-FFF2-40B4-BE49-F238E27FC236}">
                <a16:creationId xmlns:a16="http://schemas.microsoft.com/office/drawing/2014/main" id="{0009ADAF-EBE2-2C21-E1CA-C5BA9435C0C7}"/>
              </a:ext>
            </a:extLst>
          </p:cNvPr>
          <p:cNvSpPr/>
          <p:nvPr/>
        </p:nvSpPr>
        <p:spPr>
          <a:xfrm>
            <a:off x="10662920" y="27482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2" name="직사각형 481">
            <a:extLst>
              <a:ext uri="{FF2B5EF4-FFF2-40B4-BE49-F238E27FC236}">
                <a16:creationId xmlns:a16="http://schemas.microsoft.com/office/drawing/2014/main" id="{6B7A400C-4454-2AA1-D3E5-DE4547E08BAE}"/>
              </a:ext>
            </a:extLst>
          </p:cNvPr>
          <p:cNvSpPr/>
          <p:nvPr/>
        </p:nvSpPr>
        <p:spPr>
          <a:xfrm>
            <a:off x="9367520" y="30530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3" name="직사각형 482">
            <a:extLst>
              <a:ext uri="{FF2B5EF4-FFF2-40B4-BE49-F238E27FC236}">
                <a16:creationId xmlns:a16="http://schemas.microsoft.com/office/drawing/2014/main" id="{ADFD4D8E-8F70-0020-27B5-357AB2B7431C}"/>
              </a:ext>
            </a:extLst>
          </p:cNvPr>
          <p:cNvSpPr/>
          <p:nvPr/>
        </p:nvSpPr>
        <p:spPr>
          <a:xfrm>
            <a:off x="9799320" y="30530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4" name="직사각형 483">
            <a:extLst>
              <a:ext uri="{FF2B5EF4-FFF2-40B4-BE49-F238E27FC236}">
                <a16:creationId xmlns:a16="http://schemas.microsoft.com/office/drawing/2014/main" id="{F37721FA-2D85-C2BA-6A27-3FB292097679}"/>
              </a:ext>
            </a:extLst>
          </p:cNvPr>
          <p:cNvSpPr/>
          <p:nvPr/>
        </p:nvSpPr>
        <p:spPr>
          <a:xfrm>
            <a:off x="10015220" y="30530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5" name="직사각형 484">
            <a:extLst>
              <a:ext uri="{FF2B5EF4-FFF2-40B4-BE49-F238E27FC236}">
                <a16:creationId xmlns:a16="http://schemas.microsoft.com/office/drawing/2014/main" id="{7B157D93-66F2-4AE5-33A2-BDC06791C030}"/>
              </a:ext>
            </a:extLst>
          </p:cNvPr>
          <p:cNvSpPr/>
          <p:nvPr/>
        </p:nvSpPr>
        <p:spPr>
          <a:xfrm>
            <a:off x="10447020" y="30530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6" name="직사각형 485">
            <a:extLst>
              <a:ext uri="{FF2B5EF4-FFF2-40B4-BE49-F238E27FC236}">
                <a16:creationId xmlns:a16="http://schemas.microsoft.com/office/drawing/2014/main" id="{F3ADAC92-96A6-9018-4A04-2052453449E6}"/>
              </a:ext>
            </a:extLst>
          </p:cNvPr>
          <p:cNvSpPr/>
          <p:nvPr/>
        </p:nvSpPr>
        <p:spPr>
          <a:xfrm>
            <a:off x="9367520" y="33578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7" name="직사각형 486">
            <a:extLst>
              <a:ext uri="{FF2B5EF4-FFF2-40B4-BE49-F238E27FC236}">
                <a16:creationId xmlns:a16="http://schemas.microsoft.com/office/drawing/2014/main" id="{32616514-2060-2862-8ACB-B45DB93B9026}"/>
              </a:ext>
            </a:extLst>
          </p:cNvPr>
          <p:cNvSpPr/>
          <p:nvPr/>
        </p:nvSpPr>
        <p:spPr>
          <a:xfrm>
            <a:off x="9583420" y="33578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8" name="직사각형 487">
            <a:extLst>
              <a:ext uri="{FF2B5EF4-FFF2-40B4-BE49-F238E27FC236}">
                <a16:creationId xmlns:a16="http://schemas.microsoft.com/office/drawing/2014/main" id="{3F7E71D9-014D-6694-5CD2-64D57A9736D4}"/>
              </a:ext>
            </a:extLst>
          </p:cNvPr>
          <p:cNvSpPr/>
          <p:nvPr/>
        </p:nvSpPr>
        <p:spPr>
          <a:xfrm>
            <a:off x="9799320" y="33578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9" name="직사각형 488">
            <a:extLst>
              <a:ext uri="{FF2B5EF4-FFF2-40B4-BE49-F238E27FC236}">
                <a16:creationId xmlns:a16="http://schemas.microsoft.com/office/drawing/2014/main" id="{9A23B4C7-423F-9758-00A0-3B66EB8D7AFC}"/>
              </a:ext>
            </a:extLst>
          </p:cNvPr>
          <p:cNvSpPr/>
          <p:nvPr/>
        </p:nvSpPr>
        <p:spPr>
          <a:xfrm>
            <a:off x="10231120" y="33578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38EF5D8F-B755-DAC0-6EF8-DC33197EA0E8}"/>
              </a:ext>
            </a:extLst>
          </p:cNvPr>
          <p:cNvSpPr/>
          <p:nvPr/>
        </p:nvSpPr>
        <p:spPr>
          <a:xfrm>
            <a:off x="10662920" y="33578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1" name="직사각형 490">
            <a:extLst>
              <a:ext uri="{FF2B5EF4-FFF2-40B4-BE49-F238E27FC236}">
                <a16:creationId xmlns:a16="http://schemas.microsoft.com/office/drawing/2014/main" id="{E7498504-D6A4-CFF8-E832-E822CEAFC4B4}"/>
              </a:ext>
            </a:extLst>
          </p:cNvPr>
          <p:cNvSpPr/>
          <p:nvPr/>
        </p:nvSpPr>
        <p:spPr>
          <a:xfrm>
            <a:off x="9583420" y="36626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2" name="직사각형 491">
            <a:extLst>
              <a:ext uri="{FF2B5EF4-FFF2-40B4-BE49-F238E27FC236}">
                <a16:creationId xmlns:a16="http://schemas.microsoft.com/office/drawing/2014/main" id="{C3C9BA4C-A8DD-F350-DC92-03D86039F81A}"/>
              </a:ext>
            </a:extLst>
          </p:cNvPr>
          <p:cNvSpPr/>
          <p:nvPr/>
        </p:nvSpPr>
        <p:spPr>
          <a:xfrm>
            <a:off x="10015220" y="36626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3" name="직사각형 492">
            <a:extLst>
              <a:ext uri="{FF2B5EF4-FFF2-40B4-BE49-F238E27FC236}">
                <a16:creationId xmlns:a16="http://schemas.microsoft.com/office/drawing/2014/main" id="{EA2F5E1C-B079-CE1B-835F-EE103DABFF64}"/>
              </a:ext>
            </a:extLst>
          </p:cNvPr>
          <p:cNvSpPr/>
          <p:nvPr/>
        </p:nvSpPr>
        <p:spPr>
          <a:xfrm>
            <a:off x="10231120" y="36626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4" name="직사각형 493">
            <a:extLst>
              <a:ext uri="{FF2B5EF4-FFF2-40B4-BE49-F238E27FC236}">
                <a16:creationId xmlns:a16="http://schemas.microsoft.com/office/drawing/2014/main" id="{1A6BD646-3697-2F83-6602-BE03853C2778}"/>
              </a:ext>
            </a:extLst>
          </p:cNvPr>
          <p:cNvSpPr/>
          <p:nvPr/>
        </p:nvSpPr>
        <p:spPr>
          <a:xfrm>
            <a:off x="10447020" y="366268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5" name="직사각형 494">
            <a:extLst>
              <a:ext uri="{FF2B5EF4-FFF2-40B4-BE49-F238E27FC236}">
                <a16:creationId xmlns:a16="http://schemas.microsoft.com/office/drawing/2014/main" id="{DA9EF70B-6752-2E18-9EF1-ECC648B15025}"/>
              </a:ext>
            </a:extLst>
          </p:cNvPr>
          <p:cNvSpPr/>
          <p:nvPr/>
        </p:nvSpPr>
        <p:spPr>
          <a:xfrm>
            <a:off x="10662920" y="366268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6" name="직사각형 495">
            <a:extLst>
              <a:ext uri="{FF2B5EF4-FFF2-40B4-BE49-F238E27FC236}">
                <a16:creationId xmlns:a16="http://schemas.microsoft.com/office/drawing/2014/main" id="{AE8C0174-0232-5F7C-6058-46A9E02E9014}"/>
              </a:ext>
            </a:extLst>
          </p:cNvPr>
          <p:cNvSpPr/>
          <p:nvPr/>
        </p:nvSpPr>
        <p:spPr>
          <a:xfrm>
            <a:off x="10728960" y="1165860"/>
            <a:ext cx="1463040" cy="2743200"/>
          </a:xfrm>
          <a:prstGeom prst="rect">
            <a:avLst/>
          </a:prstGeom>
          <a:solidFill>
            <a:srgbClr val="0A122C"/>
          </a:solidFill>
          <a:ln>
            <a:solidFill>
              <a:srgbClr val="0A12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7" name="직사각형 496">
            <a:extLst>
              <a:ext uri="{FF2B5EF4-FFF2-40B4-BE49-F238E27FC236}">
                <a16:creationId xmlns:a16="http://schemas.microsoft.com/office/drawing/2014/main" id="{C04FE1A1-5CD8-C295-C873-A599F417396E}"/>
              </a:ext>
            </a:extLst>
          </p:cNvPr>
          <p:cNvSpPr/>
          <p:nvPr/>
        </p:nvSpPr>
        <p:spPr>
          <a:xfrm>
            <a:off x="10728960" y="1165860"/>
            <a:ext cx="1463040" cy="381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8" name="직사각형 497">
            <a:extLst>
              <a:ext uri="{FF2B5EF4-FFF2-40B4-BE49-F238E27FC236}">
                <a16:creationId xmlns:a16="http://schemas.microsoft.com/office/drawing/2014/main" id="{F0DE14CD-CACE-0A17-7D70-F6D8F245E681}"/>
              </a:ext>
            </a:extLst>
          </p:cNvPr>
          <p:cNvSpPr/>
          <p:nvPr/>
        </p:nvSpPr>
        <p:spPr>
          <a:xfrm>
            <a:off x="10830560" y="13690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9" name="직사각형 498">
            <a:extLst>
              <a:ext uri="{FF2B5EF4-FFF2-40B4-BE49-F238E27FC236}">
                <a16:creationId xmlns:a16="http://schemas.microsoft.com/office/drawing/2014/main" id="{3CE8D0D7-2F7D-84D4-5270-D0D33265FB45}"/>
              </a:ext>
            </a:extLst>
          </p:cNvPr>
          <p:cNvSpPr/>
          <p:nvPr/>
        </p:nvSpPr>
        <p:spPr>
          <a:xfrm>
            <a:off x="11046460" y="13690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0" name="직사각형 499">
            <a:extLst>
              <a:ext uri="{FF2B5EF4-FFF2-40B4-BE49-F238E27FC236}">
                <a16:creationId xmlns:a16="http://schemas.microsoft.com/office/drawing/2014/main" id="{6E3443BF-6029-A51F-97BD-90E101F1FE52}"/>
              </a:ext>
            </a:extLst>
          </p:cNvPr>
          <p:cNvSpPr/>
          <p:nvPr/>
        </p:nvSpPr>
        <p:spPr>
          <a:xfrm>
            <a:off x="11262360" y="13690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1" name="직사각형 500">
            <a:extLst>
              <a:ext uri="{FF2B5EF4-FFF2-40B4-BE49-F238E27FC236}">
                <a16:creationId xmlns:a16="http://schemas.microsoft.com/office/drawing/2014/main" id="{11A74D6A-FA75-2E22-1443-63C6FFA8C570}"/>
              </a:ext>
            </a:extLst>
          </p:cNvPr>
          <p:cNvSpPr/>
          <p:nvPr/>
        </p:nvSpPr>
        <p:spPr>
          <a:xfrm>
            <a:off x="11478260" y="13690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" name="직사각형 501">
            <a:extLst>
              <a:ext uri="{FF2B5EF4-FFF2-40B4-BE49-F238E27FC236}">
                <a16:creationId xmlns:a16="http://schemas.microsoft.com/office/drawing/2014/main" id="{49FCE02B-885B-67CF-0810-9EA1435D4C20}"/>
              </a:ext>
            </a:extLst>
          </p:cNvPr>
          <p:cNvSpPr/>
          <p:nvPr/>
        </p:nvSpPr>
        <p:spPr>
          <a:xfrm>
            <a:off x="11910060" y="13690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3" name="직사각형 502">
            <a:extLst>
              <a:ext uri="{FF2B5EF4-FFF2-40B4-BE49-F238E27FC236}">
                <a16:creationId xmlns:a16="http://schemas.microsoft.com/office/drawing/2014/main" id="{2B916433-3C91-82AD-FF3F-DD5BD35982EB}"/>
              </a:ext>
            </a:extLst>
          </p:cNvPr>
          <p:cNvSpPr/>
          <p:nvPr/>
        </p:nvSpPr>
        <p:spPr>
          <a:xfrm>
            <a:off x="10830560" y="16738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4" name="직사각형 503">
            <a:extLst>
              <a:ext uri="{FF2B5EF4-FFF2-40B4-BE49-F238E27FC236}">
                <a16:creationId xmlns:a16="http://schemas.microsoft.com/office/drawing/2014/main" id="{EC5AA2F8-472C-F8D2-3390-46E7833493C7}"/>
              </a:ext>
            </a:extLst>
          </p:cNvPr>
          <p:cNvSpPr/>
          <p:nvPr/>
        </p:nvSpPr>
        <p:spPr>
          <a:xfrm>
            <a:off x="11262360" y="16738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5" name="직사각형 504">
            <a:extLst>
              <a:ext uri="{FF2B5EF4-FFF2-40B4-BE49-F238E27FC236}">
                <a16:creationId xmlns:a16="http://schemas.microsoft.com/office/drawing/2014/main" id="{8D0A7A55-80E0-0D69-A23E-528A4ED80190}"/>
              </a:ext>
            </a:extLst>
          </p:cNvPr>
          <p:cNvSpPr/>
          <p:nvPr/>
        </p:nvSpPr>
        <p:spPr>
          <a:xfrm>
            <a:off x="11694160" y="16738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6" name="직사각형 505">
            <a:extLst>
              <a:ext uri="{FF2B5EF4-FFF2-40B4-BE49-F238E27FC236}">
                <a16:creationId xmlns:a16="http://schemas.microsoft.com/office/drawing/2014/main" id="{B8957D13-B0C5-43E4-EBC3-A3A9AD0A8B42}"/>
              </a:ext>
            </a:extLst>
          </p:cNvPr>
          <p:cNvSpPr/>
          <p:nvPr/>
        </p:nvSpPr>
        <p:spPr>
          <a:xfrm>
            <a:off x="12125960" y="16738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" name="직사각형 506">
            <a:extLst>
              <a:ext uri="{FF2B5EF4-FFF2-40B4-BE49-F238E27FC236}">
                <a16:creationId xmlns:a16="http://schemas.microsoft.com/office/drawing/2014/main" id="{F820D89F-D52D-0513-3599-EBB410FE731E}"/>
              </a:ext>
            </a:extLst>
          </p:cNvPr>
          <p:cNvSpPr/>
          <p:nvPr/>
        </p:nvSpPr>
        <p:spPr>
          <a:xfrm>
            <a:off x="11046460" y="19786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8" name="직사각형 507">
            <a:extLst>
              <a:ext uri="{FF2B5EF4-FFF2-40B4-BE49-F238E27FC236}">
                <a16:creationId xmlns:a16="http://schemas.microsoft.com/office/drawing/2014/main" id="{463017EE-4784-7301-1427-255A11B59BD3}"/>
              </a:ext>
            </a:extLst>
          </p:cNvPr>
          <p:cNvSpPr/>
          <p:nvPr/>
        </p:nvSpPr>
        <p:spPr>
          <a:xfrm>
            <a:off x="11478260" y="19786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9" name="직사각형 508">
            <a:extLst>
              <a:ext uri="{FF2B5EF4-FFF2-40B4-BE49-F238E27FC236}">
                <a16:creationId xmlns:a16="http://schemas.microsoft.com/office/drawing/2014/main" id="{753926A6-9891-E179-B5C7-2374DC9DA2C0}"/>
              </a:ext>
            </a:extLst>
          </p:cNvPr>
          <p:cNvSpPr/>
          <p:nvPr/>
        </p:nvSpPr>
        <p:spPr>
          <a:xfrm>
            <a:off x="11694160" y="19786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0" name="직사각형 509">
            <a:extLst>
              <a:ext uri="{FF2B5EF4-FFF2-40B4-BE49-F238E27FC236}">
                <a16:creationId xmlns:a16="http://schemas.microsoft.com/office/drawing/2014/main" id="{612E64D3-3190-22F0-9AFA-B0C040B1109A}"/>
              </a:ext>
            </a:extLst>
          </p:cNvPr>
          <p:cNvSpPr/>
          <p:nvPr/>
        </p:nvSpPr>
        <p:spPr>
          <a:xfrm>
            <a:off x="11910060" y="19786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1" name="직사각형 510">
            <a:extLst>
              <a:ext uri="{FF2B5EF4-FFF2-40B4-BE49-F238E27FC236}">
                <a16:creationId xmlns:a16="http://schemas.microsoft.com/office/drawing/2014/main" id="{9C9CC1CC-A929-4417-D6C2-05ED3E614E1C}"/>
              </a:ext>
            </a:extLst>
          </p:cNvPr>
          <p:cNvSpPr/>
          <p:nvPr/>
        </p:nvSpPr>
        <p:spPr>
          <a:xfrm>
            <a:off x="12125960" y="19786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2" name="직사각형 511">
            <a:extLst>
              <a:ext uri="{FF2B5EF4-FFF2-40B4-BE49-F238E27FC236}">
                <a16:creationId xmlns:a16="http://schemas.microsoft.com/office/drawing/2014/main" id="{96A9C8D9-09F8-0361-73A4-33CA570DDF20}"/>
              </a:ext>
            </a:extLst>
          </p:cNvPr>
          <p:cNvSpPr/>
          <p:nvPr/>
        </p:nvSpPr>
        <p:spPr>
          <a:xfrm>
            <a:off x="10830560" y="22834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3" name="직사각형 512">
            <a:extLst>
              <a:ext uri="{FF2B5EF4-FFF2-40B4-BE49-F238E27FC236}">
                <a16:creationId xmlns:a16="http://schemas.microsoft.com/office/drawing/2014/main" id="{F0639F63-AFCF-7807-04E2-BF5017F6F1C2}"/>
              </a:ext>
            </a:extLst>
          </p:cNvPr>
          <p:cNvSpPr/>
          <p:nvPr/>
        </p:nvSpPr>
        <p:spPr>
          <a:xfrm>
            <a:off x="11046460" y="22834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4" name="직사각형 513">
            <a:extLst>
              <a:ext uri="{FF2B5EF4-FFF2-40B4-BE49-F238E27FC236}">
                <a16:creationId xmlns:a16="http://schemas.microsoft.com/office/drawing/2014/main" id="{EBFDF454-04EC-0A8A-7C0F-724DDF5D6E5F}"/>
              </a:ext>
            </a:extLst>
          </p:cNvPr>
          <p:cNvSpPr/>
          <p:nvPr/>
        </p:nvSpPr>
        <p:spPr>
          <a:xfrm>
            <a:off x="11262360" y="22834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5" name="직사각형 514">
            <a:extLst>
              <a:ext uri="{FF2B5EF4-FFF2-40B4-BE49-F238E27FC236}">
                <a16:creationId xmlns:a16="http://schemas.microsoft.com/office/drawing/2014/main" id="{BCB4F3F0-D764-AFB9-5ECF-61C85BF04D1C}"/>
              </a:ext>
            </a:extLst>
          </p:cNvPr>
          <p:cNvSpPr/>
          <p:nvPr/>
        </p:nvSpPr>
        <p:spPr>
          <a:xfrm>
            <a:off x="11478260" y="22834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6" name="직사각형 515">
            <a:extLst>
              <a:ext uri="{FF2B5EF4-FFF2-40B4-BE49-F238E27FC236}">
                <a16:creationId xmlns:a16="http://schemas.microsoft.com/office/drawing/2014/main" id="{AE8ADDB0-8084-7D46-54FF-D1CA83969524}"/>
              </a:ext>
            </a:extLst>
          </p:cNvPr>
          <p:cNvSpPr/>
          <p:nvPr/>
        </p:nvSpPr>
        <p:spPr>
          <a:xfrm>
            <a:off x="11910060" y="22834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7" name="직사각형 516">
            <a:extLst>
              <a:ext uri="{FF2B5EF4-FFF2-40B4-BE49-F238E27FC236}">
                <a16:creationId xmlns:a16="http://schemas.microsoft.com/office/drawing/2014/main" id="{CC8C3697-8169-415B-8A16-48BA5780CB7D}"/>
              </a:ext>
            </a:extLst>
          </p:cNvPr>
          <p:cNvSpPr/>
          <p:nvPr/>
        </p:nvSpPr>
        <p:spPr>
          <a:xfrm>
            <a:off x="11046460" y="25882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8" name="직사각형 517">
            <a:extLst>
              <a:ext uri="{FF2B5EF4-FFF2-40B4-BE49-F238E27FC236}">
                <a16:creationId xmlns:a16="http://schemas.microsoft.com/office/drawing/2014/main" id="{54AA49EF-AF60-D40D-40F4-B4925455895E}"/>
              </a:ext>
            </a:extLst>
          </p:cNvPr>
          <p:cNvSpPr/>
          <p:nvPr/>
        </p:nvSpPr>
        <p:spPr>
          <a:xfrm>
            <a:off x="11478260" y="25882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9" name="직사각형 518">
            <a:extLst>
              <a:ext uri="{FF2B5EF4-FFF2-40B4-BE49-F238E27FC236}">
                <a16:creationId xmlns:a16="http://schemas.microsoft.com/office/drawing/2014/main" id="{9BF63E0E-1A31-2083-8DF2-64434C00B8B3}"/>
              </a:ext>
            </a:extLst>
          </p:cNvPr>
          <p:cNvSpPr/>
          <p:nvPr/>
        </p:nvSpPr>
        <p:spPr>
          <a:xfrm>
            <a:off x="11694160" y="25882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0" name="직사각형 519">
            <a:extLst>
              <a:ext uri="{FF2B5EF4-FFF2-40B4-BE49-F238E27FC236}">
                <a16:creationId xmlns:a16="http://schemas.microsoft.com/office/drawing/2014/main" id="{9CDBBF77-D833-915F-F3BB-3073E42D020A}"/>
              </a:ext>
            </a:extLst>
          </p:cNvPr>
          <p:cNvSpPr/>
          <p:nvPr/>
        </p:nvSpPr>
        <p:spPr>
          <a:xfrm>
            <a:off x="11910060" y="25882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1" name="직사각형 520">
            <a:extLst>
              <a:ext uri="{FF2B5EF4-FFF2-40B4-BE49-F238E27FC236}">
                <a16:creationId xmlns:a16="http://schemas.microsoft.com/office/drawing/2014/main" id="{421D0DE2-0BAE-487F-DA4F-105C9BD4F4F8}"/>
              </a:ext>
            </a:extLst>
          </p:cNvPr>
          <p:cNvSpPr/>
          <p:nvPr/>
        </p:nvSpPr>
        <p:spPr>
          <a:xfrm>
            <a:off x="12125960" y="25882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2" name="직사각형 521">
            <a:extLst>
              <a:ext uri="{FF2B5EF4-FFF2-40B4-BE49-F238E27FC236}">
                <a16:creationId xmlns:a16="http://schemas.microsoft.com/office/drawing/2014/main" id="{C837A503-1224-50D5-776C-9A46344054DE}"/>
              </a:ext>
            </a:extLst>
          </p:cNvPr>
          <p:cNvSpPr/>
          <p:nvPr/>
        </p:nvSpPr>
        <p:spPr>
          <a:xfrm>
            <a:off x="10830560" y="28930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3" name="직사각형 522">
            <a:extLst>
              <a:ext uri="{FF2B5EF4-FFF2-40B4-BE49-F238E27FC236}">
                <a16:creationId xmlns:a16="http://schemas.microsoft.com/office/drawing/2014/main" id="{0BBD0FA7-992A-06D7-C42A-287FEE9D01CB}"/>
              </a:ext>
            </a:extLst>
          </p:cNvPr>
          <p:cNvSpPr/>
          <p:nvPr/>
        </p:nvSpPr>
        <p:spPr>
          <a:xfrm>
            <a:off x="11046460" y="28930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4" name="직사각형 523">
            <a:extLst>
              <a:ext uri="{FF2B5EF4-FFF2-40B4-BE49-F238E27FC236}">
                <a16:creationId xmlns:a16="http://schemas.microsoft.com/office/drawing/2014/main" id="{9D81E099-F42D-44BE-CC0A-7E24CCD347ED}"/>
              </a:ext>
            </a:extLst>
          </p:cNvPr>
          <p:cNvSpPr/>
          <p:nvPr/>
        </p:nvSpPr>
        <p:spPr>
          <a:xfrm>
            <a:off x="11262360" y="28930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5" name="직사각형 524">
            <a:extLst>
              <a:ext uri="{FF2B5EF4-FFF2-40B4-BE49-F238E27FC236}">
                <a16:creationId xmlns:a16="http://schemas.microsoft.com/office/drawing/2014/main" id="{20C10520-1016-B45F-40E6-9F88608D14CA}"/>
              </a:ext>
            </a:extLst>
          </p:cNvPr>
          <p:cNvSpPr/>
          <p:nvPr/>
        </p:nvSpPr>
        <p:spPr>
          <a:xfrm>
            <a:off x="11478260" y="28930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6" name="직사각형 525">
            <a:extLst>
              <a:ext uri="{FF2B5EF4-FFF2-40B4-BE49-F238E27FC236}">
                <a16:creationId xmlns:a16="http://schemas.microsoft.com/office/drawing/2014/main" id="{F04891A7-5133-5176-7EA8-04E933F52B0B}"/>
              </a:ext>
            </a:extLst>
          </p:cNvPr>
          <p:cNvSpPr/>
          <p:nvPr/>
        </p:nvSpPr>
        <p:spPr>
          <a:xfrm>
            <a:off x="11910060" y="28930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7" name="직사각형 526">
            <a:extLst>
              <a:ext uri="{FF2B5EF4-FFF2-40B4-BE49-F238E27FC236}">
                <a16:creationId xmlns:a16="http://schemas.microsoft.com/office/drawing/2014/main" id="{F274A8C6-2823-C11F-6D57-F0513253D540}"/>
              </a:ext>
            </a:extLst>
          </p:cNvPr>
          <p:cNvSpPr/>
          <p:nvPr/>
        </p:nvSpPr>
        <p:spPr>
          <a:xfrm>
            <a:off x="10830560" y="31978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8" name="직사각형 527">
            <a:extLst>
              <a:ext uri="{FF2B5EF4-FFF2-40B4-BE49-F238E27FC236}">
                <a16:creationId xmlns:a16="http://schemas.microsoft.com/office/drawing/2014/main" id="{544CE0E7-22A0-AEC5-F1AC-77A9BE0E14DB}"/>
              </a:ext>
            </a:extLst>
          </p:cNvPr>
          <p:cNvSpPr/>
          <p:nvPr/>
        </p:nvSpPr>
        <p:spPr>
          <a:xfrm>
            <a:off x="11262360" y="31978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9" name="직사각형 528">
            <a:extLst>
              <a:ext uri="{FF2B5EF4-FFF2-40B4-BE49-F238E27FC236}">
                <a16:creationId xmlns:a16="http://schemas.microsoft.com/office/drawing/2014/main" id="{5DF8907E-4E86-C286-8D72-EC8DF391D754}"/>
              </a:ext>
            </a:extLst>
          </p:cNvPr>
          <p:cNvSpPr/>
          <p:nvPr/>
        </p:nvSpPr>
        <p:spPr>
          <a:xfrm>
            <a:off x="11694160" y="31978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0" name="직사각형 529">
            <a:extLst>
              <a:ext uri="{FF2B5EF4-FFF2-40B4-BE49-F238E27FC236}">
                <a16:creationId xmlns:a16="http://schemas.microsoft.com/office/drawing/2014/main" id="{EA5928AE-1E84-EBF9-D9D2-4614B42087B3}"/>
              </a:ext>
            </a:extLst>
          </p:cNvPr>
          <p:cNvSpPr/>
          <p:nvPr/>
        </p:nvSpPr>
        <p:spPr>
          <a:xfrm>
            <a:off x="12125960" y="31978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1" name="직사각형 530">
            <a:extLst>
              <a:ext uri="{FF2B5EF4-FFF2-40B4-BE49-F238E27FC236}">
                <a16:creationId xmlns:a16="http://schemas.microsoft.com/office/drawing/2014/main" id="{44D859F5-4C28-89C2-8830-F54FE5E63B50}"/>
              </a:ext>
            </a:extLst>
          </p:cNvPr>
          <p:cNvSpPr/>
          <p:nvPr/>
        </p:nvSpPr>
        <p:spPr>
          <a:xfrm>
            <a:off x="11046460" y="35026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2" name="직사각형 531">
            <a:extLst>
              <a:ext uri="{FF2B5EF4-FFF2-40B4-BE49-F238E27FC236}">
                <a16:creationId xmlns:a16="http://schemas.microsoft.com/office/drawing/2014/main" id="{68FBBD3E-56CA-2FD9-E323-4E7BB5C0F3D6}"/>
              </a:ext>
            </a:extLst>
          </p:cNvPr>
          <p:cNvSpPr/>
          <p:nvPr/>
        </p:nvSpPr>
        <p:spPr>
          <a:xfrm>
            <a:off x="11478260" y="35026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3" name="직사각형 532">
            <a:extLst>
              <a:ext uri="{FF2B5EF4-FFF2-40B4-BE49-F238E27FC236}">
                <a16:creationId xmlns:a16="http://schemas.microsoft.com/office/drawing/2014/main" id="{2CA465B1-6DC1-64CE-47A2-B5626E2377F8}"/>
              </a:ext>
            </a:extLst>
          </p:cNvPr>
          <p:cNvSpPr/>
          <p:nvPr/>
        </p:nvSpPr>
        <p:spPr>
          <a:xfrm>
            <a:off x="11694160" y="35026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" name="직사각형 533">
            <a:extLst>
              <a:ext uri="{FF2B5EF4-FFF2-40B4-BE49-F238E27FC236}">
                <a16:creationId xmlns:a16="http://schemas.microsoft.com/office/drawing/2014/main" id="{2C17D0E0-7428-BC6A-8C55-322D67D02723}"/>
              </a:ext>
            </a:extLst>
          </p:cNvPr>
          <p:cNvSpPr/>
          <p:nvPr/>
        </p:nvSpPr>
        <p:spPr>
          <a:xfrm>
            <a:off x="11910060" y="35026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" name="직사각형 534">
            <a:extLst>
              <a:ext uri="{FF2B5EF4-FFF2-40B4-BE49-F238E27FC236}">
                <a16:creationId xmlns:a16="http://schemas.microsoft.com/office/drawing/2014/main" id="{916A7035-E096-58A7-0C29-A52C097969CA}"/>
              </a:ext>
            </a:extLst>
          </p:cNvPr>
          <p:cNvSpPr/>
          <p:nvPr/>
        </p:nvSpPr>
        <p:spPr>
          <a:xfrm>
            <a:off x="12125960" y="35026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" name="직사각형 535">
            <a:extLst>
              <a:ext uri="{FF2B5EF4-FFF2-40B4-BE49-F238E27FC236}">
                <a16:creationId xmlns:a16="http://schemas.microsoft.com/office/drawing/2014/main" id="{5B83DB2C-5708-689C-4C40-CD40DCFF7547}"/>
              </a:ext>
            </a:extLst>
          </p:cNvPr>
          <p:cNvSpPr/>
          <p:nvPr/>
        </p:nvSpPr>
        <p:spPr>
          <a:xfrm>
            <a:off x="10830560" y="38074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" name="직사각형 536">
            <a:extLst>
              <a:ext uri="{FF2B5EF4-FFF2-40B4-BE49-F238E27FC236}">
                <a16:creationId xmlns:a16="http://schemas.microsoft.com/office/drawing/2014/main" id="{45510DE9-6E2C-370D-9C8A-41297AE1F883}"/>
              </a:ext>
            </a:extLst>
          </p:cNvPr>
          <p:cNvSpPr/>
          <p:nvPr/>
        </p:nvSpPr>
        <p:spPr>
          <a:xfrm>
            <a:off x="11046460" y="38074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" name="직사각형 537">
            <a:extLst>
              <a:ext uri="{FF2B5EF4-FFF2-40B4-BE49-F238E27FC236}">
                <a16:creationId xmlns:a16="http://schemas.microsoft.com/office/drawing/2014/main" id="{75527893-1924-B504-9CDE-19CDA94DD959}"/>
              </a:ext>
            </a:extLst>
          </p:cNvPr>
          <p:cNvSpPr/>
          <p:nvPr/>
        </p:nvSpPr>
        <p:spPr>
          <a:xfrm>
            <a:off x="11262360" y="3807460"/>
            <a:ext cx="63500" cy="1016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9" name="직사각형 538">
            <a:extLst>
              <a:ext uri="{FF2B5EF4-FFF2-40B4-BE49-F238E27FC236}">
                <a16:creationId xmlns:a16="http://schemas.microsoft.com/office/drawing/2014/main" id="{04D4BA90-8E1B-64E8-7EFB-5A0082939E8C}"/>
              </a:ext>
            </a:extLst>
          </p:cNvPr>
          <p:cNvSpPr/>
          <p:nvPr/>
        </p:nvSpPr>
        <p:spPr>
          <a:xfrm>
            <a:off x="11478260" y="38074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0" name="직사각형 539">
            <a:extLst>
              <a:ext uri="{FF2B5EF4-FFF2-40B4-BE49-F238E27FC236}">
                <a16:creationId xmlns:a16="http://schemas.microsoft.com/office/drawing/2014/main" id="{F8958246-3023-4E52-63F1-17E593FB0F11}"/>
              </a:ext>
            </a:extLst>
          </p:cNvPr>
          <p:cNvSpPr/>
          <p:nvPr/>
        </p:nvSpPr>
        <p:spPr>
          <a:xfrm>
            <a:off x="11910060" y="3807460"/>
            <a:ext cx="63500" cy="1016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1" name="직사각형 540">
            <a:extLst>
              <a:ext uri="{FF2B5EF4-FFF2-40B4-BE49-F238E27FC236}">
                <a16:creationId xmlns:a16="http://schemas.microsoft.com/office/drawing/2014/main" id="{A0F21A2E-D99D-4DEE-BD6F-44FD8C6FE81C}"/>
              </a:ext>
            </a:extLst>
          </p:cNvPr>
          <p:cNvSpPr/>
          <p:nvPr/>
        </p:nvSpPr>
        <p:spPr>
          <a:xfrm>
            <a:off x="0" y="3909060"/>
            <a:ext cx="12192000" cy="381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2" name="직사각형 541">
            <a:extLst>
              <a:ext uri="{FF2B5EF4-FFF2-40B4-BE49-F238E27FC236}">
                <a16:creationId xmlns:a16="http://schemas.microsoft.com/office/drawing/2014/main" id="{84C5F016-9A17-BA37-4E4E-BBD6178817B2}"/>
              </a:ext>
            </a:extLst>
          </p:cNvPr>
          <p:cNvSpPr/>
          <p:nvPr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rgbClr val="070918"/>
          </a:solidFill>
          <a:ln>
            <a:solidFill>
              <a:srgbClr val="0709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" name="직사각형 542">
            <a:extLst>
              <a:ext uri="{FF2B5EF4-FFF2-40B4-BE49-F238E27FC236}">
                <a16:creationId xmlns:a16="http://schemas.microsoft.com/office/drawing/2014/main" id="{2D8031D6-B6CF-99DC-ABC3-67FBB4C64A64}"/>
              </a:ext>
            </a:extLst>
          </p:cNvPr>
          <p:cNvSpPr/>
          <p:nvPr/>
        </p:nvSpPr>
        <p:spPr>
          <a:xfrm>
            <a:off x="5974080" y="4800600"/>
            <a:ext cx="243840" cy="2057400"/>
          </a:xfrm>
          <a:prstGeom prst="rect">
            <a:avLst/>
          </a:prstGeom>
          <a:solidFill>
            <a:srgbClr val="0E142B"/>
          </a:solidFill>
          <a:ln>
            <a:solidFill>
              <a:srgbClr val="0E14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4" name="직사각형 543">
            <a:extLst>
              <a:ext uri="{FF2B5EF4-FFF2-40B4-BE49-F238E27FC236}">
                <a16:creationId xmlns:a16="http://schemas.microsoft.com/office/drawing/2014/main" id="{943EFD83-7EB7-4723-4709-6B1FD3B30CA3}"/>
              </a:ext>
            </a:extLst>
          </p:cNvPr>
          <p:cNvSpPr/>
          <p:nvPr/>
        </p:nvSpPr>
        <p:spPr>
          <a:xfrm>
            <a:off x="5994400" y="5109210"/>
            <a:ext cx="203200" cy="254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5" name="직사각형 544">
            <a:extLst>
              <a:ext uri="{FF2B5EF4-FFF2-40B4-BE49-F238E27FC236}">
                <a16:creationId xmlns:a16="http://schemas.microsoft.com/office/drawing/2014/main" id="{1100B673-B3C4-88F8-52DB-1C091A110C5D}"/>
              </a:ext>
            </a:extLst>
          </p:cNvPr>
          <p:cNvSpPr/>
          <p:nvPr/>
        </p:nvSpPr>
        <p:spPr>
          <a:xfrm>
            <a:off x="5765800" y="5383530"/>
            <a:ext cx="660400" cy="254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6" name="직사각형 545">
            <a:extLst>
              <a:ext uri="{FF2B5EF4-FFF2-40B4-BE49-F238E27FC236}">
                <a16:creationId xmlns:a16="http://schemas.microsoft.com/office/drawing/2014/main" id="{7FD8AA48-0305-C7AB-3774-4C29EBADAB88}"/>
              </a:ext>
            </a:extLst>
          </p:cNvPr>
          <p:cNvSpPr/>
          <p:nvPr/>
        </p:nvSpPr>
        <p:spPr>
          <a:xfrm>
            <a:off x="5537200" y="5657850"/>
            <a:ext cx="1117600" cy="254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7" name="직사각형 546">
            <a:extLst>
              <a:ext uri="{FF2B5EF4-FFF2-40B4-BE49-F238E27FC236}">
                <a16:creationId xmlns:a16="http://schemas.microsoft.com/office/drawing/2014/main" id="{8BE703E2-7671-F9CB-6CF0-E9F2F1CBD433}"/>
              </a:ext>
            </a:extLst>
          </p:cNvPr>
          <p:cNvSpPr/>
          <p:nvPr/>
        </p:nvSpPr>
        <p:spPr>
          <a:xfrm>
            <a:off x="5308600" y="5932170"/>
            <a:ext cx="1574800" cy="254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8" name="직사각형 547">
            <a:extLst>
              <a:ext uri="{FF2B5EF4-FFF2-40B4-BE49-F238E27FC236}">
                <a16:creationId xmlns:a16="http://schemas.microsoft.com/office/drawing/2014/main" id="{24AC89E2-D72C-028D-19F3-13C9E16FBFCD}"/>
              </a:ext>
            </a:extLst>
          </p:cNvPr>
          <p:cNvSpPr/>
          <p:nvPr/>
        </p:nvSpPr>
        <p:spPr>
          <a:xfrm>
            <a:off x="5080000" y="6206490"/>
            <a:ext cx="2032000" cy="254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9" name="직사각형 548">
            <a:extLst>
              <a:ext uri="{FF2B5EF4-FFF2-40B4-BE49-F238E27FC236}">
                <a16:creationId xmlns:a16="http://schemas.microsoft.com/office/drawing/2014/main" id="{4BD6F6A3-2B60-B228-8A3C-6422E89BAB1E}"/>
              </a:ext>
            </a:extLst>
          </p:cNvPr>
          <p:cNvSpPr/>
          <p:nvPr/>
        </p:nvSpPr>
        <p:spPr>
          <a:xfrm>
            <a:off x="4851400" y="6480810"/>
            <a:ext cx="2489200" cy="254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0" name="직사각형 549">
            <a:extLst>
              <a:ext uri="{FF2B5EF4-FFF2-40B4-BE49-F238E27FC236}">
                <a16:creationId xmlns:a16="http://schemas.microsoft.com/office/drawing/2014/main" id="{0124072E-7903-67B3-AE26-91E81013656F}"/>
              </a:ext>
            </a:extLst>
          </p:cNvPr>
          <p:cNvSpPr/>
          <p:nvPr/>
        </p:nvSpPr>
        <p:spPr>
          <a:xfrm>
            <a:off x="4622800" y="6755130"/>
            <a:ext cx="2946400" cy="254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1" name="직사각형 550">
            <a:extLst>
              <a:ext uri="{FF2B5EF4-FFF2-40B4-BE49-F238E27FC236}">
                <a16:creationId xmlns:a16="http://schemas.microsoft.com/office/drawing/2014/main" id="{49B31BF5-FFB6-9EEE-9701-C5373B987C6A}"/>
              </a:ext>
            </a:extLst>
          </p:cNvPr>
          <p:cNvSpPr/>
          <p:nvPr/>
        </p:nvSpPr>
        <p:spPr>
          <a:xfrm>
            <a:off x="4318000" y="4800600"/>
            <a:ext cx="12700" cy="2057400"/>
          </a:xfrm>
          <a:prstGeom prst="rect">
            <a:avLst/>
          </a:prstGeom>
          <a:solidFill>
            <a:srgbClr val="1D2F57"/>
          </a:solidFill>
          <a:ln>
            <a:solidFill>
              <a:srgbClr val="1D2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D0586706-6621-5060-D7ED-6CD41203C3D2}"/>
              </a:ext>
            </a:extLst>
          </p:cNvPr>
          <p:cNvSpPr/>
          <p:nvPr/>
        </p:nvSpPr>
        <p:spPr>
          <a:xfrm>
            <a:off x="5207000" y="4800600"/>
            <a:ext cx="12700" cy="2057400"/>
          </a:xfrm>
          <a:prstGeom prst="rect">
            <a:avLst/>
          </a:prstGeom>
          <a:solidFill>
            <a:srgbClr val="1D2F57"/>
          </a:solidFill>
          <a:ln>
            <a:solidFill>
              <a:srgbClr val="1D2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3" name="직사각형 552">
            <a:extLst>
              <a:ext uri="{FF2B5EF4-FFF2-40B4-BE49-F238E27FC236}">
                <a16:creationId xmlns:a16="http://schemas.microsoft.com/office/drawing/2014/main" id="{40A4E688-B56F-6F8D-B2F6-550BB604AEEE}"/>
              </a:ext>
            </a:extLst>
          </p:cNvPr>
          <p:cNvSpPr/>
          <p:nvPr/>
        </p:nvSpPr>
        <p:spPr>
          <a:xfrm>
            <a:off x="6096000" y="4800600"/>
            <a:ext cx="12700" cy="2057400"/>
          </a:xfrm>
          <a:prstGeom prst="rect">
            <a:avLst/>
          </a:prstGeom>
          <a:solidFill>
            <a:srgbClr val="1D2F57"/>
          </a:solidFill>
          <a:ln>
            <a:solidFill>
              <a:srgbClr val="1D2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4" name="직사각형 553">
            <a:extLst>
              <a:ext uri="{FF2B5EF4-FFF2-40B4-BE49-F238E27FC236}">
                <a16:creationId xmlns:a16="http://schemas.microsoft.com/office/drawing/2014/main" id="{FAFA92AD-61F8-4063-C87C-4FA46A56D283}"/>
              </a:ext>
            </a:extLst>
          </p:cNvPr>
          <p:cNvSpPr/>
          <p:nvPr/>
        </p:nvSpPr>
        <p:spPr>
          <a:xfrm>
            <a:off x="6985000" y="4800600"/>
            <a:ext cx="12700" cy="2057400"/>
          </a:xfrm>
          <a:prstGeom prst="rect">
            <a:avLst/>
          </a:prstGeom>
          <a:solidFill>
            <a:srgbClr val="1D2F57"/>
          </a:solidFill>
          <a:ln>
            <a:solidFill>
              <a:srgbClr val="1D2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5" name="직사각형 554">
            <a:extLst>
              <a:ext uri="{FF2B5EF4-FFF2-40B4-BE49-F238E27FC236}">
                <a16:creationId xmlns:a16="http://schemas.microsoft.com/office/drawing/2014/main" id="{72D52298-8105-549D-5866-F74791767FC3}"/>
              </a:ext>
            </a:extLst>
          </p:cNvPr>
          <p:cNvSpPr/>
          <p:nvPr/>
        </p:nvSpPr>
        <p:spPr>
          <a:xfrm>
            <a:off x="7874000" y="4800600"/>
            <a:ext cx="12700" cy="2057400"/>
          </a:xfrm>
          <a:prstGeom prst="rect">
            <a:avLst/>
          </a:prstGeom>
          <a:solidFill>
            <a:srgbClr val="1D2F57"/>
          </a:solidFill>
          <a:ln>
            <a:solidFill>
              <a:srgbClr val="1D2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6" name="직사각형 555">
            <a:extLst>
              <a:ext uri="{FF2B5EF4-FFF2-40B4-BE49-F238E27FC236}">
                <a16:creationId xmlns:a16="http://schemas.microsoft.com/office/drawing/2014/main" id="{042A854F-9092-ACCE-E72B-B6BF4C70D807}"/>
              </a:ext>
            </a:extLst>
          </p:cNvPr>
          <p:cNvSpPr/>
          <p:nvPr/>
        </p:nvSpPr>
        <p:spPr>
          <a:xfrm>
            <a:off x="0" y="4732020"/>
            <a:ext cx="4145280" cy="25400"/>
          </a:xfrm>
          <a:prstGeom prst="rect">
            <a:avLst/>
          </a:prstGeom>
          <a:solidFill>
            <a:srgbClr val="2BF0FF"/>
          </a:solidFill>
          <a:ln>
            <a:solidFill>
              <a:srgbClr val="2BF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7" name="직사각형 556">
            <a:extLst>
              <a:ext uri="{FF2B5EF4-FFF2-40B4-BE49-F238E27FC236}">
                <a16:creationId xmlns:a16="http://schemas.microsoft.com/office/drawing/2014/main" id="{75D8046D-69DA-0563-7373-EBDF14E5A840}"/>
              </a:ext>
            </a:extLst>
          </p:cNvPr>
          <p:cNvSpPr/>
          <p:nvPr/>
        </p:nvSpPr>
        <p:spPr>
          <a:xfrm>
            <a:off x="8046720" y="4732020"/>
            <a:ext cx="4145280" cy="25400"/>
          </a:xfrm>
          <a:prstGeom prst="rect">
            <a:avLst/>
          </a:prstGeom>
          <a:solidFill>
            <a:srgbClr val="FF26B8"/>
          </a:solidFill>
          <a:ln>
            <a:solidFill>
              <a:srgbClr val="FF2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69BF65AD-BF08-0023-0DA3-D51EA741BD20}"/>
              </a:ext>
            </a:extLst>
          </p:cNvPr>
          <p:cNvSpPr txBox="1"/>
          <p:nvPr/>
        </p:nvSpPr>
        <p:spPr>
          <a:xfrm>
            <a:off x="670560" y="240030"/>
            <a:ext cx="6705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2BF0FF"/>
                </a:solidFill>
                <a:latin typeface="Arial" panose="020B0604020202020204" pitchFamily="34" charset="0"/>
              </a:rPr>
              <a:t>도시 야경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DE412E16-FF9F-C9C6-D91C-0975CD8A0F0C}"/>
              </a:ext>
            </a:extLst>
          </p:cNvPr>
          <p:cNvSpPr txBox="1"/>
          <p:nvPr/>
        </p:nvSpPr>
        <p:spPr>
          <a:xfrm>
            <a:off x="670560" y="569214"/>
            <a:ext cx="6096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DEF4FF"/>
                </a:solidFill>
                <a:latin typeface="Arial" panose="020B0604020202020204" pitchFamily="34" charset="0"/>
              </a:rPr>
              <a:t>도쿠  </a:t>
            </a:r>
            <a:r>
              <a:rPr lang="en-US" altLang="ko-KR" sz="2700" b="1">
                <a:solidFill>
                  <a:srgbClr val="DEF4FF"/>
                </a:solidFill>
                <a:latin typeface="Arial" panose="020B0604020202020204" pitchFamily="34" charset="0"/>
              </a:rPr>
              <a:t>//  </a:t>
            </a:r>
            <a:r>
              <a:rPr lang="ko-KR" altLang="en-US" sz="2700" b="1">
                <a:solidFill>
                  <a:srgbClr val="DEF4FF"/>
                </a:solidFill>
                <a:latin typeface="Arial" panose="020B0604020202020204" pitchFamily="34" charset="0"/>
              </a:rPr>
              <a:t>새벽 </a:t>
            </a:r>
            <a:r>
              <a:rPr lang="en-US" altLang="ko-KR" sz="2700" b="1">
                <a:solidFill>
                  <a:srgbClr val="DEF4FF"/>
                </a:solidFill>
                <a:latin typeface="Arial" panose="020B0604020202020204" pitchFamily="34" charset="0"/>
              </a:rPr>
              <a:t>2:17</a:t>
            </a:r>
            <a:endParaRPr lang="ko-KR" altLang="en-US" sz="2700" b="1">
              <a:solidFill>
                <a:srgbClr val="DEF4FF"/>
              </a:solidFill>
              <a:latin typeface="Arial" panose="020B0604020202020204" pitchFamily="34" charset="0"/>
            </a:endParaRPr>
          </a:p>
        </p:txBody>
      </p:sp>
      <p:sp>
        <p:nvSpPr>
          <p:cNvPr id="560" name="TextBox 559">
            <a:extLst>
              <a:ext uri="{FF2B5EF4-FFF2-40B4-BE49-F238E27FC236}">
                <a16:creationId xmlns:a16="http://schemas.microsoft.com/office/drawing/2014/main" id="{9634A8F7-98E7-BEC9-EB7F-0FB791539BF2}"/>
              </a:ext>
            </a:extLst>
          </p:cNvPr>
          <p:cNvSpPr txBox="1"/>
          <p:nvPr/>
        </p:nvSpPr>
        <p:spPr>
          <a:xfrm>
            <a:off x="694944" y="994410"/>
            <a:ext cx="633984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00" b="1">
                <a:solidFill>
                  <a:srgbClr val="FF26B8"/>
                </a:solidFill>
                <a:latin typeface="Arial" panose="020B0604020202020204" pitchFamily="34" charset="0"/>
              </a:rPr>
              <a:t>비가 그친 뒤  </a:t>
            </a:r>
            <a:r>
              <a:rPr lang="en-US" altLang="ko-KR" sz="1200" b="1">
                <a:solidFill>
                  <a:srgbClr val="FF26B8"/>
                </a:solidFill>
                <a:latin typeface="Arial" panose="020B0604020202020204" pitchFamily="34" charset="0"/>
              </a:rPr>
              <a:t>-  </a:t>
            </a:r>
            <a:r>
              <a:rPr lang="ko-KR" altLang="en-US" sz="1200" b="1">
                <a:solidFill>
                  <a:srgbClr val="FF26B8"/>
                </a:solidFill>
                <a:latin typeface="Arial" panose="020B0604020202020204" pitchFamily="34" charset="0"/>
              </a:rPr>
              <a:t>네온의 도시</a:t>
            </a:r>
          </a:p>
        </p:txBody>
      </p:sp>
      <p:sp>
        <p:nvSpPr>
          <p:cNvPr id="561" name="TextBox 560">
            <a:extLst>
              <a:ext uri="{FF2B5EF4-FFF2-40B4-BE49-F238E27FC236}">
                <a16:creationId xmlns:a16="http://schemas.microsoft.com/office/drawing/2014/main" id="{4E56B402-5E58-C86A-EDB7-05A6F2C73EEE}"/>
              </a:ext>
            </a:extLst>
          </p:cNvPr>
          <p:cNvSpPr txBox="1"/>
          <p:nvPr/>
        </p:nvSpPr>
        <p:spPr>
          <a:xfrm>
            <a:off x="8900160" y="2880360"/>
            <a:ext cx="292608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BF0FF"/>
                </a:solidFill>
                <a:latin typeface="Arial" panose="020B0604020202020204" pitchFamily="34" charset="0"/>
              </a:rPr>
              <a:t>야시장</a:t>
            </a:r>
          </a:p>
        </p:txBody>
      </p:sp>
    </p:spTree>
    <p:extLst>
      <p:ext uri="{BB962C8B-B14F-4D97-AF65-F5344CB8AC3E}">
        <p14:creationId xmlns:p14="http://schemas.microsoft.com/office/powerpoint/2010/main" val="333579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Namhyeon Go</dc:creator>
  <cp:lastModifiedBy>Namhyeon Go</cp:lastModifiedBy>
  <cp:revision>2</cp:revision>
  <dcterms:created xsi:type="dcterms:W3CDTF">2026-10-01T08:15:33Z</dcterms:created>
  <dcterms:modified xsi:type="dcterms:W3CDTF">2026-10-01T08:19:31Z</dcterms:modified>
</cp:coreProperties>
</file>