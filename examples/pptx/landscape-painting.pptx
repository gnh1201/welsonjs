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6" d="100"/>
          <a:sy n="116" d="100"/>
        </p:scale>
        <p:origin x="90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AECD88A-92F2-7F97-AC33-708EFF53CC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C0A850B-D25C-98B4-429F-23C10646EB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6D15B73-8EC3-EDAC-A6AA-573AC40C05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4119D8-7AB1-4F03-B9A2-26AB3CBB0041}" type="datetimeFigureOut">
              <a:rPr lang="ko-KR" altLang="en-US" smtClean="0"/>
              <a:t>2026-10-01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C2DF2BF-8E01-BC44-7224-70117F167C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ACAE87D-EF37-0E5E-9298-AE3DA92D48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EFD0D-207E-4E65-9756-960219FB433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437613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9EC62A1-9C18-9854-3074-6FF91751CE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952A53D-2001-1471-F3CE-A036FCD93F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D4EF48C-32D9-58DB-9929-3C510FF6A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4119D8-7AB1-4F03-B9A2-26AB3CBB0041}" type="datetimeFigureOut">
              <a:rPr lang="ko-KR" altLang="en-US" smtClean="0"/>
              <a:t>2026-10-01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E14BE4C-B067-DB13-EDB2-8D4D6CF1FD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1A40C8D-0636-682D-AF89-AFA461487F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EFD0D-207E-4E65-9756-960219FB433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982738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A5FAE25-6EFA-F700-2E72-FA6FCC462B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D3F8980-B201-7AAC-AF61-00251337DC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E812BC0-CC71-89C3-7AF9-7C46C6E163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4119D8-7AB1-4F03-B9A2-26AB3CBB0041}" type="datetimeFigureOut">
              <a:rPr lang="ko-KR" altLang="en-US" smtClean="0"/>
              <a:t>2026-10-01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63373EB-45CB-F843-CC21-1E3E9E0E69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832CDB2-5884-91CB-0370-DBD43C584E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EFD0D-207E-4E65-9756-960219FB433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154698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C40AB16-BC96-F59D-E817-CCAABE7F6B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E19853E-DF18-7AA2-8033-6A28E8AA26F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1796C43-BD12-2A2B-D38D-2562562851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C8A8587-CE5F-844A-47D9-E68269015C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4119D8-7AB1-4F03-B9A2-26AB3CBB0041}" type="datetimeFigureOut">
              <a:rPr lang="ko-KR" altLang="en-US" smtClean="0"/>
              <a:t>2026-10-01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2D10C1B-5B4F-42CD-ACB5-C9931DF748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7D37236-C0BA-03F3-B5B0-95F9A60D81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EFD0D-207E-4E65-9756-960219FB433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63136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D44903F-ECDB-9916-A6BD-0780EEB1F9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265AF1A-A7C8-B840-2B42-C8A2746B2C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D4A952B-5191-067F-F7F4-77C853752D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079D746-82BB-CA8A-9BD2-65ADABAF87C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A261AA70-F647-7328-26F5-4AC016109F3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B3C7626A-A868-3E35-F442-A63853A288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4119D8-7AB1-4F03-B9A2-26AB3CBB0041}" type="datetimeFigureOut">
              <a:rPr lang="ko-KR" altLang="en-US" smtClean="0"/>
              <a:t>2026-10-01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DEBACEDF-5A99-38CB-D066-0C3B5C588B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7B865DAE-4FD4-660F-F6B6-3EF5C3BEE9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EFD0D-207E-4E65-9756-960219FB433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130817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4D01618-7D99-7AD1-3C77-CD539BBC68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253FB091-E5B5-BC6A-286B-D608FA9FBD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4119D8-7AB1-4F03-B9A2-26AB3CBB0041}" type="datetimeFigureOut">
              <a:rPr lang="ko-KR" altLang="en-US" smtClean="0"/>
              <a:t>2026-10-01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E0776B8-670B-C635-7AF9-08657859C0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5409B1D-22AC-9603-490F-68CA703877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EFD0D-207E-4E65-9756-960219FB433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096633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51352585-542C-6A3A-13BD-D7C0DD02EB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4119D8-7AB1-4F03-B9A2-26AB3CBB0041}" type="datetimeFigureOut">
              <a:rPr lang="ko-KR" altLang="en-US" smtClean="0"/>
              <a:t>2026-10-01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12D83222-A8F4-8F42-3C37-8CDC67A4E1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A08311B-3EF3-3A08-9D1A-205F8DA516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EFD0D-207E-4E65-9756-960219FB433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712567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C12DC46-218A-26D4-5EC4-060FACC331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BBDD4B0-A88A-783A-12D9-45BD30B893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E58800E-16B3-51C8-CFC1-F196344320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E6FF359-4C6F-2FC0-8A91-B8B3399517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4119D8-7AB1-4F03-B9A2-26AB3CBB0041}" type="datetimeFigureOut">
              <a:rPr lang="ko-KR" altLang="en-US" smtClean="0"/>
              <a:t>2026-10-01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7D7BF78-2A1F-D230-126E-D85A9D8CF0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3BA9CFC-6482-DFEC-F48B-0EC25A4B1A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EFD0D-207E-4E65-9756-960219FB433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3385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6F84E67-A10C-C613-0619-61777E58F7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8ECE07E8-8BF2-8CCE-00E0-6960596A7B1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B8AD5F5-19FC-A3D6-8F82-546058BE33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1E8EE24-1E1F-2039-0EA2-FCF8A34D15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4119D8-7AB1-4F03-B9A2-26AB3CBB0041}" type="datetimeFigureOut">
              <a:rPr lang="ko-KR" altLang="en-US" smtClean="0"/>
              <a:t>2026-10-01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960AEB1-A734-7C13-11F2-FB5F89A49A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3485344-05B8-E108-9745-F2AAD5C707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EFD0D-207E-4E65-9756-960219FB433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671726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93C070E-4F19-2D00-EB3F-B3F4E6C0F7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C4B70F7-32C7-AD44-F68D-1A72A02FA3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F91E380-4FC7-D6BF-4D0C-3BC87892FB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4119D8-7AB1-4F03-B9A2-26AB3CBB0041}" type="datetimeFigureOut">
              <a:rPr lang="ko-KR" altLang="en-US" smtClean="0"/>
              <a:t>2026-10-01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0073E4F-EEBA-1898-5560-EB736122CD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B969A0F-D67D-27B7-1564-0158A15921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EFD0D-207E-4E65-9756-960219FB433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807497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A35CD6E3-3B17-3ED9-019B-020E80A9483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4B2F1A4-3BFB-8C6F-ADBD-F747DC3025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2EA8D06-641A-1A44-03A2-669EE35729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4119D8-7AB1-4F03-B9A2-26AB3CBB0041}" type="datetimeFigureOut">
              <a:rPr lang="ko-KR" altLang="en-US" smtClean="0"/>
              <a:t>2026-10-01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335D6A0-BBE6-A379-7299-625739DB63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24C4E77-E967-5544-C16F-1BC875AA03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EFD0D-207E-4E65-9756-960219FB433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845836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C05471E0-6AD1-1ED6-180E-11FE23354B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7B05A41-63F3-6242-C6E9-796AE07B91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75BCEA7-C585-051A-55AE-3F02C3731C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24119D8-7AB1-4F03-B9A2-26AB3CBB0041}" type="datetimeFigureOut">
              <a:rPr lang="ko-KR" altLang="en-US" smtClean="0"/>
              <a:t>2026-10-01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073E49B-3CCD-1D3E-4D14-09F5A79D16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34D412D-198A-55C3-895D-8C66A305C9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B6EFD0D-207E-4E65-9756-960219FB433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973212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2C0771C7-00E4-67A7-7617-AB2A06CA8133}"/>
              </a:ext>
            </a:extLst>
          </p:cNvPr>
          <p:cNvSpPr/>
          <p:nvPr/>
        </p:nvSpPr>
        <p:spPr>
          <a:xfrm>
            <a:off x="0" y="0"/>
            <a:ext cx="12192000" cy="617220"/>
          </a:xfrm>
          <a:prstGeom prst="rect">
            <a:avLst/>
          </a:prstGeom>
          <a:solidFill>
            <a:srgbClr val="262C58"/>
          </a:solidFill>
          <a:ln>
            <a:solidFill>
              <a:srgbClr val="262C5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E2830791-7E86-1A0A-9F1F-A8E4F46F5162}"/>
              </a:ext>
            </a:extLst>
          </p:cNvPr>
          <p:cNvSpPr/>
          <p:nvPr/>
        </p:nvSpPr>
        <p:spPr>
          <a:xfrm>
            <a:off x="0" y="582930"/>
            <a:ext cx="12192000" cy="617220"/>
          </a:xfrm>
          <a:prstGeom prst="rect">
            <a:avLst/>
          </a:prstGeom>
          <a:solidFill>
            <a:srgbClr val="454878"/>
          </a:solidFill>
          <a:ln>
            <a:solidFill>
              <a:srgbClr val="45487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0361364D-A58A-FD0A-3E98-F3207D1286DF}"/>
              </a:ext>
            </a:extLst>
          </p:cNvPr>
          <p:cNvSpPr/>
          <p:nvPr/>
        </p:nvSpPr>
        <p:spPr>
          <a:xfrm>
            <a:off x="0" y="1165860"/>
            <a:ext cx="12192000" cy="617220"/>
          </a:xfrm>
          <a:prstGeom prst="rect">
            <a:avLst/>
          </a:prstGeom>
          <a:solidFill>
            <a:srgbClr val="7A678F"/>
          </a:solidFill>
          <a:ln>
            <a:solidFill>
              <a:srgbClr val="7A678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44000386-9B40-25D5-A942-42620E2312DB}"/>
              </a:ext>
            </a:extLst>
          </p:cNvPr>
          <p:cNvSpPr/>
          <p:nvPr/>
        </p:nvSpPr>
        <p:spPr>
          <a:xfrm>
            <a:off x="0" y="1748790"/>
            <a:ext cx="12192000" cy="617220"/>
          </a:xfrm>
          <a:prstGeom prst="rect">
            <a:avLst/>
          </a:prstGeom>
          <a:solidFill>
            <a:srgbClr val="BA8593"/>
          </a:solidFill>
          <a:ln>
            <a:solidFill>
              <a:srgbClr val="BA859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89F1DB2-B2B5-BB6C-60A4-14AD04043D58}"/>
              </a:ext>
            </a:extLst>
          </p:cNvPr>
          <p:cNvSpPr/>
          <p:nvPr/>
        </p:nvSpPr>
        <p:spPr>
          <a:xfrm>
            <a:off x="0" y="2331720"/>
            <a:ext cx="12192000" cy="617220"/>
          </a:xfrm>
          <a:prstGeom prst="rect">
            <a:avLst/>
          </a:prstGeom>
          <a:solidFill>
            <a:srgbClr val="EEAE91"/>
          </a:solidFill>
          <a:ln>
            <a:solidFill>
              <a:srgbClr val="EEAE9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06D03AAC-7969-812D-A088-69044D9C79C0}"/>
              </a:ext>
            </a:extLst>
          </p:cNvPr>
          <p:cNvSpPr/>
          <p:nvPr/>
        </p:nvSpPr>
        <p:spPr>
          <a:xfrm>
            <a:off x="0" y="2914650"/>
            <a:ext cx="12192000" cy="617220"/>
          </a:xfrm>
          <a:prstGeom prst="rect">
            <a:avLst/>
          </a:prstGeom>
          <a:solidFill>
            <a:srgbClr val="F6C799"/>
          </a:solidFill>
          <a:ln>
            <a:solidFill>
              <a:srgbClr val="F6C79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55D5E495-0805-277F-583D-1D632E1B9564}"/>
              </a:ext>
            </a:extLst>
          </p:cNvPr>
          <p:cNvSpPr/>
          <p:nvPr/>
        </p:nvSpPr>
        <p:spPr>
          <a:xfrm>
            <a:off x="4815840" y="1303020"/>
            <a:ext cx="2560321" cy="2560320"/>
          </a:xfrm>
          <a:prstGeom prst="ellipse">
            <a:avLst/>
          </a:prstGeom>
          <a:solidFill>
            <a:srgbClr val="FFDDA9"/>
          </a:solidFill>
          <a:ln>
            <a:solidFill>
              <a:srgbClr val="FFDDA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E2313AC5-DBCA-0F26-1B1C-AD5C6E925B70}"/>
              </a:ext>
            </a:extLst>
          </p:cNvPr>
          <p:cNvSpPr/>
          <p:nvPr/>
        </p:nvSpPr>
        <p:spPr>
          <a:xfrm>
            <a:off x="5023104" y="1419606"/>
            <a:ext cx="2145792" cy="2145792"/>
          </a:xfrm>
          <a:prstGeom prst="ellipse">
            <a:avLst/>
          </a:prstGeom>
          <a:solidFill>
            <a:srgbClr val="FFE7B9"/>
          </a:solidFill>
          <a:ln>
            <a:solidFill>
              <a:srgbClr val="FFE7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3D13A50F-4265-79F7-D0D3-47FED4412FB0}"/>
              </a:ext>
            </a:extLst>
          </p:cNvPr>
          <p:cNvSpPr/>
          <p:nvPr/>
        </p:nvSpPr>
        <p:spPr>
          <a:xfrm>
            <a:off x="0" y="822960"/>
            <a:ext cx="482600" cy="63500"/>
          </a:xfrm>
          <a:prstGeom prst="ellipse">
            <a:avLst/>
          </a:prstGeom>
          <a:solidFill>
            <a:srgbClr val="C9949A"/>
          </a:solidFill>
          <a:ln>
            <a:solidFill>
              <a:srgbClr val="C9949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27374864-C439-FAB1-5D1C-15345031E405}"/>
              </a:ext>
            </a:extLst>
          </p:cNvPr>
          <p:cNvSpPr/>
          <p:nvPr/>
        </p:nvSpPr>
        <p:spPr>
          <a:xfrm>
            <a:off x="304800" y="784860"/>
            <a:ext cx="330200" cy="63500"/>
          </a:xfrm>
          <a:prstGeom prst="ellipse">
            <a:avLst/>
          </a:prstGeom>
          <a:solidFill>
            <a:srgbClr val="C9949A"/>
          </a:solidFill>
          <a:ln>
            <a:solidFill>
              <a:srgbClr val="C9949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8C31964A-C5A2-6F60-0750-E8FE03D4D65D}"/>
              </a:ext>
            </a:extLst>
          </p:cNvPr>
          <p:cNvSpPr/>
          <p:nvPr/>
        </p:nvSpPr>
        <p:spPr>
          <a:xfrm>
            <a:off x="1739900" y="1268730"/>
            <a:ext cx="673100" cy="63500"/>
          </a:xfrm>
          <a:prstGeom prst="ellipse">
            <a:avLst/>
          </a:prstGeom>
          <a:solidFill>
            <a:srgbClr val="C9949A"/>
          </a:solidFill>
          <a:ln>
            <a:solidFill>
              <a:srgbClr val="C9949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27660AD7-AAA4-1AAD-9136-C3BA39554180}"/>
              </a:ext>
            </a:extLst>
          </p:cNvPr>
          <p:cNvSpPr/>
          <p:nvPr/>
        </p:nvSpPr>
        <p:spPr>
          <a:xfrm>
            <a:off x="2044700" y="1230630"/>
            <a:ext cx="330200" cy="63500"/>
          </a:xfrm>
          <a:prstGeom prst="ellipse">
            <a:avLst/>
          </a:prstGeom>
          <a:solidFill>
            <a:srgbClr val="C9949A"/>
          </a:solidFill>
          <a:ln>
            <a:solidFill>
              <a:srgbClr val="C9949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70680B58-C67A-A38A-9DF9-26FF9C36328B}"/>
              </a:ext>
            </a:extLst>
          </p:cNvPr>
          <p:cNvSpPr/>
          <p:nvPr/>
        </p:nvSpPr>
        <p:spPr>
          <a:xfrm>
            <a:off x="3479800" y="1714500"/>
            <a:ext cx="863600" cy="63500"/>
          </a:xfrm>
          <a:prstGeom prst="ellipse">
            <a:avLst/>
          </a:prstGeom>
          <a:solidFill>
            <a:srgbClr val="C9949A"/>
          </a:solidFill>
          <a:ln>
            <a:solidFill>
              <a:srgbClr val="C9949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136BD214-54E9-2DF6-D8A8-02A011EEA8A8}"/>
              </a:ext>
            </a:extLst>
          </p:cNvPr>
          <p:cNvSpPr/>
          <p:nvPr/>
        </p:nvSpPr>
        <p:spPr>
          <a:xfrm>
            <a:off x="3784600" y="1676400"/>
            <a:ext cx="330200" cy="63500"/>
          </a:xfrm>
          <a:prstGeom prst="ellipse">
            <a:avLst/>
          </a:prstGeom>
          <a:solidFill>
            <a:srgbClr val="C9949A"/>
          </a:solidFill>
          <a:ln>
            <a:solidFill>
              <a:srgbClr val="C9949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8B6F740C-266C-AACE-7032-E7A69D152951}"/>
              </a:ext>
            </a:extLst>
          </p:cNvPr>
          <p:cNvSpPr/>
          <p:nvPr/>
        </p:nvSpPr>
        <p:spPr>
          <a:xfrm>
            <a:off x="5219700" y="2160270"/>
            <a:ext cx="482600" cy="63500"/>
          </a:xfrm>
          <a:prstGeom prst="ellipse">
            <a:avLst/>
          </a:prstGeom>
          <a:solidFill>
            <a:srgbClr val="C9949A"/>
          </a:solidFill>
          <a:ln>
            <a:solidFill>
              <a:srgbClr val="C9949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5AB6C40A-76FC-6908-F66D-B72A51B2CADA}"/>
              </a:ext>
            </a:extLst>
          </p:cNvPr>
          <p:cNvSpPr/>
          <p:nvPr/>
        </p:nvSpPr>
        <p:spPr>
          <a:xfrm>
            <a:off x="5524500" y="2122170"/>
            <a:ext cx="330200" cy="63500"/>
          </a:xfrm>
          <a:prstGeom prst="ellipse">
            <a:avLst/>
          </a:prstGeom>
          <a:solidFill>
            <a:srgbClr val="C9949A"/>
          </a:solidFill>
          <a:ln>
            <a:solidFill>
              <a:srgbClr val="C9949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F0097A5C-FB89-66A0-5F29-E17F29CB7C65}"/>
              </a:ext>
            </a:extLst>
          </p:cNvPr>
          <p:cNvSpPr/>
          <p:nvPr/>
        </p:nvSpPr>
        <p:spPr>
          <a:xfrm>
            <a:off x="6959600" y="822960"/>
            <a:ext cx="673100" cy="63500"/>
          </a:xfrm>
          <a:prstGeom prst="ellipse">
            <a:avLst/>
          </a:prstGeom>
          <a:solidFill>
            <a:srgbClr val="C9949A"/>
          </a:solidFill>
          <a:ln>
            <a:solidFill>
              <a:srgbClr val="C9949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타원 18">
            <a:extLst>
              <a:ext uri="{FF2B5EF4-FFF2-40B4-BE49-F238E27FC236}">
                <a16:creationId xmlns:a16="http://schemas.microsoft.com/office/drawing/2014/main" id="{FCF120D4-9EE4-CF73-613C-6B06E4E22C1B}"/>
              </a:ext>
            </a:extLst>
          </p:cNvPr>
          <p:cNvSpPr/>
          <p:nvPr/>
        </p:nvSpPr>
        <p:spPr>
          <a:xfrm>
            <a:off x="7264400" y="784860"/>
            <a:ext cx="330200" cy="63500"/>
          </a:xfrm>
          <a:prstGeom prst="ellipse">
            <a:avLst/>
          </a:prstGeom>
          <a:solidFill>
            <a:srgbClr val="C9949A"/>
          </a:solidFill>
          <a:ln>
            <a:solidFill>
              <a:srgbClr val="C9949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타원 19">
            <a:extLst>
              <a:ext uri="{FF2B5EF4-FFF2-40B4-BE49-F238E27FC236}">
                <a16:creationId xmlns:a16="http://schemas.microsoft.com/office/drawing/2014/main" id="{C85BC5DB-5C64-7CA2-21B6-EB0397370DDD}"/>
              </a:ext>
            </a:extLst>
          </p:cNvPr>
          <p:cNvSpPr/>
          <p:nvPr/>
        </p:nvSpPr>
        <p:spPr>
          <a:xfrm>
            <a:off x="8699500" y="1268730"/>
            <a:ext cx="863600" cy="63500"/>
          </a:xfrm>
          <a:prstGeom prst="ellipse">
            <a:avLst/>
          </a:prstGeom>
          <a:solidFill>
            <a:srgbClr val="C9949A"/>
          </a:solidFill>
          <a:ln>
            <a:solidFill>
              <a:srgbClr val="C9949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타원 20">
            <a:extLst>
              <a:ext uri="{FF2B5EF4-FFF2-40B4-BE49-F238E27FC236}">
                <a16:creationId xmlns:a16="http://schemas.microsoft.com/office/drawing/2014/main" id="{EA4DD1A2-CD8B-E91E-7830-4D2374ABEF44}"/>
              </a:ext>
            </a:extLst>
          </p:cNvPr>
          <p:cNvSpPr/>
          <p:nvPr/>
        </p:nvSpPr>
        <p:spPr>
          <a:xfrm>
            <a:off x="9004300" y="1230630"/>
            <a:ext cx="330200" cy="63500"/>
          </a:xfrm>
          <a:prstGeom prst="ellipse">
            <a:avLst/>
          </a:prstGeom>
          <a:solidFill>
            <a:srgbClr val="C9949A"/>
          </a:solidFill>
          <a:ln>
            <a:solidFill>
              <a:srgbClr val="C9949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타원 21">
            <a:extLst>
              <a:ext uri="{FF2B5EF4-FFF2-40B4-BE49-F238E27FC236}">
                <a16:creationId xmlns:a16="http://schemas.microsoft.com/office/drawing/2014/main" id="{DC2907B0-6918-592B-2390-C5BE2D5E5217}"/>
              </a:ext>
            </a:extLst>
          </p:cNvPr>
          <p:cNvSpPr/>
          <p:nvPr/>
        </p:nvSpPr>
        <p:spPr>
          <a:xfrm>
            <a:off x="10439400" y="1714500"/>
            <a:ext cx="482600" cy="63500"/>
          </a:xfrm>
          <a:prstGeom prst="ellipse">
            <a:avLst/>
          </a:prstGeom>
          <a:solidFill>
            <a:srgbClr val="C9949A"/>
          </a:solidFill>
          <a:ln>
            <a:solidFill>
              <a:srgbClr val="C9949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1B70BDAE-4DB7-8A61-F428-E6C992F2992D}"/>
              </a:ext>
            </a:extLst>
          </p:cNvPr>
          <p:cNvSpPr/>
          <p:nvPr/>
        </p:nvSpPr>
        <p:spPr>
          <a:xfrm>
            <a:off x="10744200" y="1676400"/>
            <a:ext cx="330200" cy="63500"/>
          </a:xfrm>
          <a:prstGeom prst="ellipse">
            <a:avLst/>
          </a:prstGeom>
          <a:solidFill>
            <a:srgbClr val="C9949A"/>
          </a:solidFill>
          <a:ln>
            <a:solidFill>
              <a:srgbClr val="C9949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타원 23">
            <a:extLst>
              <a:ext uri="{FF2B5EF4-FFF2-40B4-BE49-F238E27FC236}">
                <a16:creationId xmlns:a16="http://schemas.microsoft.com/office/drawing/2014/main" id="{F23E67E1-DF0F-7C50-A4C8-B2DBE3E1BDDA}"/>
              </a:ext>
            </a:extLst>
          </p:cNvPr>
          <p:cNvSpPr/>
          <p:nvPr/>
        </p:nvSpPr>
        <p:spPr>
          <a:xfrm>
            <a:off x="12179300" y="2160270"/>
            <a:ext cx="673100" cy="63500"/>
          </a:xfrm>
          <a:prstGeom prst="ellipse">
            <a:avLst/>
          </a:prstGeom>
          <a:solidFill>
            <a:srgbClr val="C9949A"/>
          </a:solidFill>
          <a:ln>
            <a:solidFill>
              <a:srgbClr val="C9949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타원 24">
            <a:extLst>
              <a:ext uri="{FF2B5EF4-FFF2-40B4-BE49-F238E27FC236}">
                <a16:creationId xmlns:a16="http://schemas.microsoft.com/office/drawing/2014/main" id="{9E2352B6-0D77-9342-771E-99969CDBCCB9}"/>
              </a:ext>
            </a:extLst>
          </p:cNvPr>
          <p:cNvSpPr/>
          <p:nvPr/>
        </p:nvSpPr>
        <p:spPr>
          <a:xfrm>
            <a:off x="12484100" y="2122170"/>
            <a:ext cx="330200" cy="63500"/>
          </a:xfrm>
          <a:prstGeom prst="ellipse">
            <a:avLst/>
          </a:prstGeom>
          <a:solidFill>
            <a:srgbClr val="C9949A"/>
          </a:solidFill>
          <a:ln>
            <a:solidFill>
              <a:srgbClr val="C9949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타원 25">
            <a:extLst>
              <a:ext uri="{FF2B5EF4-FFF2-40B4-BE49-F238E27FC236}">
                <a16:creationId xmlns:a16="http://schemas.microsoft.com/office/drawing/2014/main" id="{AEE2B40C-CAD7-82ED-810C-91458016E9B0}"/>
              </a:ext>
            </a:extLst>
          </p:cNvPr>
          <p:cNvSpPr/>
          <p:nvPr/>
        </p:nvSpPr>
        <p:spPr>
          <a:xfrm>
            <a:off x="1727200" y="822960"/>
            <a:ext cx="863600" cy="63500"/>
          </a:xfrm>
          <a:prstGeom prst="ellipse">
            <a:avLst/>
          </a:prstGeom>
          <a:solidFill>
            <a:srgbClr val="C9949A"/>
          </a:solidFill>
          <a:ln>
            <a:solidFill>
              <a:srgbClr val="C9949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타원 26">
            <a:extLst>
              <a:ext uri="{FF2B5EF4-FFF2-40B4-BE49-F238E27FC236}">
                <a16:creationId xmlns:a16="http://schemas.microsoft.com/office/drawing/2014/main" id="{BC08F11C-BE4E-329C-EB15-BE7168C9B079}"/>
              </a:ext>
            </a:extLst>
          </p:cNvPr>
          <p:cNvSpPr/>
          <p:nvPr/>
        </p:nvSpPr>
        <p:spPr>
          <a:xfrm>
            <a:off x="2032000" y="784860"/>
            <a:ext cx="330200" cy="63500"/>
          </a:xfrm>
          <a:prstGeom prst="ellipse">
            <a:avLst/>
          </a:prstGeom>
          <a:solidFill>
            <a:srgbClr val="C9949A"/>
          </a:solidFill>
          <a:ln>
            <a:solidFill>
              <a:srgbClr val="C9949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타원 27">
            <a:extLst>
              <a:ext uri="{FF2B5EF4-FFF2-40B4-BE49-F238E27FC236}">
                <a16:creationId xmlns:a16="http://schemas.microsoft.com/office/drawing/2014/main" id="{564CC77B-40B0-AF3A-7C9C-E816F6FA8BE0}"/>
              </a:ext>
            </a:extLst>
          </p:cNvPr>
          <p:cNvSpPr/>
          <p:nvPr/>
        </p:nvSpPr>
        <p:spPr>
          <a:xfrm>
            <a:off x="3467100" y="1268730"/>
            <a:ext cx="482600" cy="63500"/>
          </a:xfrm>
          <a:prstGeom prst="ellipse">
            <a:avLst/>
          </a:prstGeom>
          <a:solidFill>
            <a:srgbClr val="C9949A"/>
          </a:solidFill>
          <a:ln>
            <a:solidFill>
              <a:srgbClr val="C9949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타원 28">
            <a:extLst>
              <a:ext uri="{FF2B5EF4-FFF2-40B4-BE49-F238E27FC236}">
                <a16:creationId xmlns:a16="http://schemas.microsoft.com/office/drawing/2014/main" id="{BA81E6E5-2700-BB89-A0D2-ECCE879352C4}"/>
              </a:ext>
            </a:extLst>
          </p:cNvPr>
          <p:cNvSpPr/>
          <p:nvPr/>
        </p:nvSpPr>
        <p:spPr>
          <a:xfrm>
            <a:off x="3771900" y="1230630"/>
            <a:ext cx="330200" cy="63500"/>
          </a:xfrm>
          <a:prstGeom prst="ellipse">
            <a:avLst/>
          </a:prstGeom>
          <a:solidFill>
            <a:srgbClr val="C9949A"/>
          </a:solidFill>
          <a:ln>
            <a:solidFill>
              <a:srgbClr val="C9949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타원 29">
            <a:extLst>
              <a:ext uri="{FF2B5EF4-FFF2-40B4-BE49-F238E27FC236}">
                <a16:creationId xmlns:a16="http://schemas.microsoft.com/office/drawing/2014/main" id="{F93DFDB9-2702-35A0-256C-64A27CFD4DA9}"/>
              </a:ext>
            </a:extLst>
          </p:cNvPr>
          <p:cNvSpPr/>
          <p:nvPr/>
        </p:nvSpPr>
        <p:spPr>
          <a:xfrm>
            <a:off x="5207000" y="1714500"/>
            <a:ext cx="673100" cy="63500"/>
          </a:xfrm>
          <a:prstGeom prst="ellipse">
            <a:avLst/>
          </a:prstGeom>
          <a:solidFill>
            <a:srgbClr val="C9949A"/>
          </a:solidFill>
          <a:ln>
            <a:solidFill>
              <a:srgbClr val="C9949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타원 30">
            <a:extLst>
              <a:ext uri="{FF2B5EF4-FFF2-40B4-BE49-F238E27FC236}">
                <a16:creationId xmlns:a16="http://schemas.microsoft.com/office/drawing/2014/main" id="{CC1FF5A4-AA80-FA52-7758-04FE711A9D61}"/>
              </a:ext>
            </a:extLst>
          </p:cNvPr>
          <p:cNvSpPr/>
          <p:nvPr/>
        </p:nvSpPr>
        <p:spPr>
          <a:xfrm>
            <a:off x="5511800" y="1676400"/>
            <a:ext cx="330200" cy="63500"/>
          </a:xfrm>
          <a:prstGeom prst="ellipse">
            <a:avLst/>
          </a:prstGeom>
          <a:solidFill>
            <a:srgbClr val="C9949A"/>
          </a:solidFill>
          <a:ln>
            <a:solidFill>
              <a:srgbClr val="C9949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타원 31">
            <a:extLst>
              <a:ext uri="{FF2B5EF4-FFF2-40B4-BE49-F238E27FC236}">
                <a16:creationId xmlns:a16="http://schemas.microsoft.com/office/drawing/2014/main" id="{9F8522C5-33A7-20EE-429F-6F37C295D0D3}"/>
              </a:ext>
            </a:extLst>
          </p:cNvPr>
          <p:cNvSpPr/>
          <p:nvPr/>
        </p:nvSpPr>
        <p:spPr>
          <a:xfrm>
            <a:off x="6946900" y="2160270"/>
            <a:ext cx="863600" cy="63500"/>
          </a:xfrm>
          <a:prstGeom prst="ellipse">
            <a:avLst/>
          </a:prstGeom>
          <a:solidFill>
            <a:srgbClr val="C9949A"/>
          </a:solidFill>
          <a:ln>
            <a:solidFill>
              <a:srgbClr val="C9949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타원 32">
            <a:extLst>
              <a:ext uri="{FF2B5EF4-FFF2-40B4-BE49-F238E27FC236}">
                <a16:creationId xmlns:a16="http://schemas.microsoft.com/office/drawing/2014/main" id="{2B35C1C8-3F0B-F67E-BA74-ECF13E415985}"/>
              </a:ext>
            </a:extLst>
          </p:cNvPr>
          <p:cNvSpPr/>
          <p:nvPr/>
        </p:nvSpPr>
        <p:spPr>
          <a:xfrm>
            <a:off x="7251700" y="2122170"/>
            <a:ext cx="330200" cy="63500"/>
          </a:xfrm>
          <a:prstGeom prst="ellipse">
            <a:avLst/>
          </a:prstGeom>
          <a:solidFill>
            <a:srgbClr val="C9949A"/>
          </a:solidFill>
          <a:ln>
            <a:solidFill>
              <a:srgbClr val="C9949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타원 33">
            <a:extLst>
              <a:ext uri="{FF2B5EF4-FFF2-40B4-BE49-F238E27FC236}">
                <a16:creationId xmlns:a16="http://schemas.microsoft.com/office/drawing/2014/main" id="{74F19393-4B9C-D590-311F-07467372BBDE}"/>
              </a:ext>
            </a:extLst>
          </p:cNvPr>
          <p:cNvSpPr/>
          <p:nvPr/>
        </p:nvSpPr>
        <p:spPr>
          <a:xfrm>
            <a:off x="8686800" y="822960"/>
            <a:ext cx="482600" cy="63500"/>
          </a:xfrm>
          <a:prstGeom prst="ellipse">
            <a:avLst/>
          </a:prstGeom>
          <a:solidFill>
            <a:srgbClr val="C9949A"/>
          </a:solidFill>
          <a:ln>
            <a:solidFill>
              <a:srgbClr val="C9949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타원 34">
            <a:extLst>
              <a:ext uri="{FF2B5EF4-FFF2-40B4-BE49-F238E27FC236}">
                <a16:creationId xmlns:a16="http://schemas.microsoft.com/office/drawing/2014/main" id="{C8EA2760-E10D-1767-8F2E-690D5A44DF1B}"/>
              </a:ext>
            </a:extLst>
          </p:cNvPr>
          <p:cNvSpPr/>
          <p:nvPr/>
        </p:nvSpPr>
        <p:spPr>
          <a:xfrm>
            <a:off x="8991600" y="784860"/>
            <a:ext cx="330200" cy="63500"/>
          </a:xfrm>
          <a:prstGeom prst="ellipse">
            <a:avLst/>
          </a:prstGeom>
          <a:solidFill>
            <a:srgbClr val="C9949A"/>
          </a:solidFill>
          <a:ln>
            <a:solidFill>
              <a:srgbClr val="C9949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타원 35">
            <a:extLst>
              <a:ext uri="{FF2B5EF4-FFF2-40B4-BE49-F238E27FC236}">
                <a16:creationId xmlns:a16="http://schemas.microsoft.com/office/drawing/2014/main" id="{A313E9BB-F281-4748-433E-F62D171AEBB1}"/>
              </a:ext>
            </a:extLst>
          </p:cNvPr>
          <p:cNvSpPr/>
          <p:nvPr/>
        </p:nvSpPr>
        <p:spPr>
          <a:xfrm>
            <a:off x="10426700" y="1268730"/>
            <a:ext cx="673100" cy="63500"/>
          </a:xfrm>
          <a:prstGeom prst="ellipse">
            <a:avLst/>
          </a:prstGeom>
          <a:solidFill>
            <a:srgbClr val="C9949A"/>
          </a:solidFill>
          <a:ln>
            <a:solidFill>
              <a:srgbClr val="C9949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타원 36">
            <a:extLst>
              <a:ext uri="{FF2B5EF4-FFF2-40B4-BE49-F238E27FC236}">
                <a16:creationId xmlns:a16="http://schemas.microsoft.com/office/drawing/2014/main" id="{7893C9B3-0A37-92BC-DA92-21747D386144}"/>
              </a:ext>
            </a:extLst>
          </p:cNvPr>
          <p:cNvSpPr/>
          <p:nvPr/>
        </p:nvSpPr>
        <p:spPr>
          <a:xfrm>
            <a:off x="10731500" y="1230630"/>
            <a:ext cx="330200" cy="63500"/>
          </a:xfrm>
          <a:prstGeom prst="ellipse">
            <a:avLst/>
          </a:prstGeom>
          <a:solidFill>
            <a:srgbClr val="C9949A"/>
          </a:solidFill>
          <a:ln>
            <a:solidFill>
              <a:srgbClr val="C9949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이등변 삼각형 37">
            <a:extLst>
              <a:ext uri="{FF2B5EF4-FFF2-40B4-BE49-F238E27FC236}">
                <a16:creationId xmlns:a16="http://schemas.microsoft.com/office/drawing/2014/main" id="{DEAD0B61-0ECC-88E2-EFAD-F3371C82DA8D}"/>
              </a:ext>
            </a:extLst>
          </p:cNvPr>
          <p:cNvSpPr/>
          <p:nvPr/>
        </p:nvSpPr>
        <p:spPr>
          <a:xfrm>
            <a:off x="0" y="1988820"/>
            <a:ext cx="5486400" cy="2468880"/>
          </a:xfrm>
          <a:prstGeom prst="triangle">
            <a:avLst/>
          </a:prstGeom>
          <a:solidFill>
            <a:srgbClr val="60698F"/>
          </a:solidFill>
          <a:ln>
            <a:solidFill>
              <a:srgbClr val="60698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9" name="이등변 삼각형 38">
            <a:extLst>
              <a:ext uri="{FF2B5EF4-FFF2-40B4-BE49-F238E27FC236}">
                <a16:creationId xmlns:a16="http://schemas.microsoft.com/office/drawing/2014/main" id="{88332BBD-16CB-E8F2-8202-21F5AA8F2D21}"/>
              </a:ext>
            </a:extLst>
          </p:cNvPr>
          <p:cNvSpPr/>
          <p:nvPr/>
        </p:nvSpPr>
        <p:spPr>
          <a:xfrm>
            <a:off x="3169920" y="1577340"/>
            <a:ext cx="5974080" cy="2948940"/>
          </a:xfrm>
          <a:prstGeom prst="triangle">
            <a:avLst/>
          </a:prstGeom>
          <a:solidFill>
            <a:srgbClr val="6B6F91"/>
          </a:solidFill>
          <a:ln>
            <a:solidFill>
              <a:srgbClr val="6B6F9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" name="이등변 삼각형 39">
            <a:extLst>
              <a:ext uri="{FF2B5EF4-FFF2-40B4-BE49-F238E27FC236}">
                <a16:creationId xmlns:a16="http://schemas.microsoft.com/office/drawing/2014/main" id="{41670280-AB90-7518-25A0-BA8A6DD71314}"/>
              </a:ext>
            </a:extLst>
          </p:cNvPr>
          <p:cNvSpPr/>
          <p:nvPr/>
        </p:nvSpPr>
        <p:spPr>
          <a:xfrm>
            <a:off x="7071360" y="2057400"/>
            <a:ext cx="6096001" cy="2537460"/>
          </a:xfrm>
          <a:prstGeom prst="triangle">
            <a:avLst/>
          </a:prstGeom>
          <a:solidFill>
            <a:srgbClr val="5B6989"/>
          </a:solidFill>
          <a:ln>
            <a:solidFill>
              <a:srgbClr val="5B698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1" name="이등변 삼각형 40">
            <a:extLst>
              <a:ext uri="{FF2B5EF4-FFF2-40B4-BE49-F238E27FC236}">
                <a16:creationId xmlns:a16="http://schemas.microsoft.com/office/drawing/2014/main" id="{F82BF76E-4EEA-43B8-1FA7-6017ABF8ECB3}"/>
              </a:ext>
            </a:extLst>
          </p:cNvPr>
          <p:cNvSpPr/>
          <p:nvPr/>
        </p:nvSpPr>
        <p:spPr>
          <a:xfrm>
            <a:off x="9509760" y="1714500"/>
            <a:ext cx="5120640" cy="2880360"/>
          </a:xfrm>
          <a:prstGeom prst="triangle">
            <a:avLst/>
          </a:prstGeom>
          <a:solidFill>
            <a:srgbClr val="676F8B"/>
          </a:solidFill>
          <a:ln>
            <a:solidFill>
              <a:srgbClr val="676F8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2" name="이등변 삼각형 41">
            <a:extLst>
              <a:ext uri="{FF2B5EF4-FFF2-40B4-BE49-F238E27FC236}">
                <a16:creationId xmlns:a16="http://schemas.microsoft.com/office/drawing/2014/main" id="{7671D6C5-E3C9-4976-DA99-7DCAF4AB8B44}"/>
              </a:ext>
            </a:extLst>
          </p:cNvPr>
          <p:cNvSpPr/>
          <p:nvPr/>
        </p:nvSpPr>
        <p:spPr>
          <a:xfrm>
            <a:off x="4145280" y="1625346"/>
            <a:ext cx="1341120" cy="1097280"/>
          </a:xfrm>
          <a:prstGeom prst="triangle">
            <a:avLst/>
          </a:prstGeom>
          <a:solidFill>
            <a:srgbClr val="DBCAB9"/>
          </a:solidFill>
          <a:ln>
            <a:solidFill>
              <a:srgbClr val="DBCA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이등변 삼각형 42">
            <a:extLst>
              <a:ext uri="{FF2B5EF4-FFF2-40B4-BE49-F238E27FC236}">
                <a16:creationId xmlns:a16="http://schemas.microsoft.com/office/drawing/2014/main" id="{B9A25461-9BBE-D65E-63AA-3A47E1A49485}"/>
              </a:ext>
            </a:extLst>
          </p:cNvPr>
          <p:cNvSpPr/>
          <p:nvPr/>
        </p:nvSpPr>
        <p:spPr>
          <a:xfrm>
            <a:off x="9144000" y="1858518"/>
            <a:ext cx="1097280" cy="960120"/>
          </a:xfrm>
          <a:prstGeom prst="triangle">
            <a:avLst/>
          </a:prstGeom>
          <a:solidFill>
            <a:srgbClr val="CFC4B8"/>
          </a:solidFill>
          <a:ln>
            <a:solidFill>
              <a:srgbClr val="CFC4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4" name="이등변 삼각형 43">
            <a:extLst>
              <a:ext uri="{FF2B5EF4-FFF2-40B4-BE49-F238E27FC236}">
                <a16:creationId xmlns:a16="http://schemas.microsoft.com/office/drawing/2014/main" id="{6BBCBC79-E29F-7DA1-A7CC-59CD8645B822}"/>
              </a:ext>
            </a:extLst>
          </p:cNvPr>
          <p:cNvSpPr/>
          <p:nvPr/>
        </p:nvSpPr>
        <p:spPr>
          <a:xfrm>
            <a:off x="0" y="2948940"/>
            <a:ext cx="4876800" cy="2125980"/>
          </a:xfrm>
          <a:prstGeom prst="triangle">
            <a:avLst/>
          </a:prstGeom>
          <a:solidFill>
            <a:srgbClr val="355C69"/>
          </a:solidFill>
          <a:ln>
            <a:solidFill>
              <a:srgbClr val="355C6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5" name="이등변 삼각형 44">
            <a:extLst>
              <a:ext uri="{FF2B5EF4-FFF2-40B4-BE49-F238E27FC236}">
                <a16:creationId xmlns:a16="http://schemas.microsoft.com/office/drawing/2014/main" id="{BB7042FE-B2CC-7B38-DB09-98911334F689}"/>
              </a:ext>
            </a:extLst>
          </p:cNvPr>
          <p:cNvSpPr/>
          <p:nvPr/>
        </p:nvSpPr>
        <p:spPr>
          <a:xfrm>
            <a:off x="2926080" y="2674620"/>
            <a:ext cx="5242559" cy="2400300"/>
          </a:xfrm>
          <a:prstGeom prst="triangle">
            <a:avLst/>
          </a:prstGeom>
          <a:solidFill>
            <a:srgbClr val="3C646C"/>
          </a:solidFill>
          <a:ln>
            <a:solidFill>
              <a:srgbClr val="3C646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이등변 삼각형 45">
            <a:extLst>
              <a:ext uri="{FF2B5EF4-FFF2-40B4-BE49-F238E27FC236}">
                <a16:creationId xmlns:a16="http://schemas.microsoft.com/office/drawing/2014/main" id="{829AAC2E-F4D8-8E12-1E11-897E3A571460}"/>
              </a:ext>
            </a:extLst>
          </p:cNvPr>
          <p:cNvSpPr/>
          <p:nvPr/>
        </p:nvSpPr>
        <p:spPr>
          <a:xfrm>
            <a:off x="6827520" y="3017520"/>
            <a:ext cx="5852160" cy="2057400"/>
          </a:xfrm>
          <a:prstGeom prst="triangle">
            <a:avLst/>
          </a:prstGeom>
          <a:solidFill>
            <a:srgbClr val="2F5966"/>
          </a:solidFill>
          <a:ln>
            <a:solidFill>
              <a:srgbClr val="2F596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이등변 삼각형 46">
            <a:extLst>
              <a:ext uri="{FF2B5EF4-FFF2-40B4-BE49-F238E27FC236}">
                <a16:creationId xmlns:a16="http://schemas.microsoft.com/office/drawing/2014/main" id="{26B8B745-915A-6FAA-B1FF-391C80519FBE}"/>
              </a:ext>
            </a:extLst>
          </p:cNvPr>
          <p:cNvSpPr/>
          <p:nvPr/>
        </p:nvSpPr>
        <p:spPr>
          <a:xfrm>
            <a:off x="9753600" y="2743200"/>
            <a:ext cx="4267200" cy="2331720"/>
          </a:xfrm>
          <a:prstGeom prst="triangle">
            <a:avLst/>
          </a:prstGeom>
          <a:solidFill>
            <a:srgbClr val="375E66"/>
          </a:solidFill>
          <a:ln>
            <a:solidFill>
              <a:srgbClr val="375E6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468BCBC0-8B89-D7CE-E757-845981EAA1D9}"/>
              </a:ext>
            </a:extLst>
          </p:cNvPr>
          <p:cNvSpPr/>
          <p:nvPr/>
        </p:nvSpPr>
        <p:spPr>
          <a:xfrm>
            <a:off x="0" y="4389120"/>
            <a:ext cx="12192000" cy="2468880"/>
          </a:xfrm>
          <a:prstGeom prst="rect">
            <a:avLst/>
          </a:prstGeom>
          <a:solidFill>
            <a:srgbClr val="2C6F7F"/>
          </a:solidFill>
          <a:ln>
            <a:solidFill>
              <a:srgbClr val="2C6F7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A2EF2AA3-BDA4-6D61-397C-6BFF13F6B884}"/>
              </a:ext>
            </a:extLst>
          </p:cNvPr>
          <p:cNvSpPr/>
          <p:nvPr/>
        </p:nvSpPr>
        <p:spPr>
          <a:xfrm>
            <a:off x="0" y="4457700"/>
            <a:ext cx="12192000" cy="356616"/>
          </a:xfrm>
          <a:prstGeom prst="rect">
            <a:avLst/>
          </a:prstGeom>
          <a:solidFill>
            <a:srgbClr val="317584"/>
          </a:solidFill>
          <a:ln>
            <a:solidFill>
              <a:srgbClr val="31758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A4E6E579-FCD1-93D4-161B-3A01FB88DF51}"/>
              </a:ext>
            </a:extLst>
          </p:cNvPr>
          <p:cNvSpPr/>
          <p:nvPr/>
        </p:nvSpPr>
        <p:spPr>
          <a:xfrm>
            <a:off x="0" y="4800600"/>
            <a:ext cx="12192000" cy="356616"/>
          </a:xfrm>
          <a:prstGeom prst="rect">
            <a:avLst/>
          </a:prstGeom>
          <a:solidFill>
            <a:srgbClr val="367E8B"/>
          </a:solidFill>
          <a:ln>
            <a:solidFill>
              <a:srgbClr val="367E8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8DAB081B-B936-8B7E-1980-F11876272702}"/>
              </a:ext>
            </a:extLst>
          </p:cNvPr>
          <p:cNvSpPr/>
          <p:nvPr/>
        </p:nvSpPr>
        <p:spPr>
          <a:xfrm>
            <a:off x="0" y="5143500"/>
            <a:ext cx="12192000" cy="356616"/>
          </a:xfrm>
          <a:prstGeom prst="rect">
            <a:avLst/>
          </a:prstGeom>
          <a:solidFill>
            <a:srgbClr val="3A8691"/>
          </a:solidFill>
          <a:ln>
            <a:solidFill>
              <a:srgbClr val="3A869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8CA295FF-C219-8DC8-4F8E-98D2B2D8BAEF}"/>
              </a:ext>
            </a:extLst>
          </p:cNvPr>
          <p:cNvSpPr/>
          <p:nvPr/>
        </p:nvSpPr>
        <p:spPr>
          <a:xfrm>
            <a:off x="0" y="5486400"/>
            <a:ext cx="12192000" cy="356616"/>
          </a:xfrm>
          <a:prstGeom prst="rect">
            <a:avLst/>
          </a:prstGeom>
          <a:solidFill>
            <a:srgbClr val="408B94"/>
          </a:solidFill>
          <a:ln>
            <a:solidFill>
              <a:srgbClr val="408B9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20C9E3ED-0D19-2943-37E3-37ED382AFCB8}"/>
              </a:ext>
            </a:extLst>
          </p:cNvPr>
          <p:cNvSpPr/>
          <p:nvPr/>
        </p:nvSpPr>
        <p:spPr>
          <a:xfrm>
            <a:off x="0" y="5829300"/>
            <a:ext cx="12192000" cy="356616"/>
          </a:xfrm>
          <a:prstGeom prst="rect">
            <a:avLst/>
          </a:prstGeom>
          <a:solidFill>
            <a:srgbClr val="478F94"/>
          </a:solidFill>
          <a:ln>
            <a:solidFill>
              <a:srgbClr val="478F9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9B7B517A-7D61-A8A6-2635-8867734C2CE3}"/>
              </a:ext>
            </a:extLst>
          </p:cNvPr>
          <p:cNvSpPr/>
          <p:nvPr/>
        </p:nvSpPr>
        <p:spPr>
          <a:xfrm>
            <a:off x="0" y="6172200"/>
            <a:ext cx="12192000" cy="356616"/>
          </a:xfrm>
          <a:prstGeom prst="rect">
            <a:avLst/>
          </a:prstGeom>
          <a:solidFill>
            <a:srgbClr val="529292"/>
          </a:solidFill>
          <a:ln>
            <a:solidFill>
              <a:srgbClr val="52929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EBA22C9A-FA37-CA1E-0D5D-88956B9DF8CD}"/>
              </a:ext>
            </a:extLst>
          </p:cNvPr>
          <p:cNvSpPr/>
          <p:nvPr/>
        </p:nvSpPr>
        <p:spPr>
          <a:xfrm>
            <a:off x="0" y="6515100"/>
            <a:ext cx="12192000" cy="356616"/>
          </a:xfrm>
          <a:prstGeom prst="rect">
            <a:avLst/>
          </a:prstGeom>
          <a:solidFill>
            <a:srgbClr val="63948F"/>
          </a:solidFill>
          <a:ln>
            <a:solidFill>
              <a:srgbClr val="63948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4D46D61D-BEDC-4DB2-C13C-A12B321889BA}"/>
              </a:ext>
            </a:extLst>
          </p:cNvPr>
          <p:cNvSpPr/>
          <p:nvPr/>
        </p:nvSpPr>
        <p:spPr>
          <a:xfrm>
            <a:off x="5852160" y="4560570"/>
            <a:ext cx="487680" cy="25400"/>
          </a:xfrm>
          <a:prstGeom prst="rect">
            <a:avLst/>
          </a:prstGeom>
          <a:solidFill>
            <a:srgbClr val="FFDBA9"/>
          </a:solidFill>
          <a:ln>
            <a:solidFill>
              <a:srgbClr val="FFDBA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0F7AEC29-EDBC-201F-4849-280005879C90}"/>
              </a:ext>
            </a:extLst>
          </p:cNvPr>
          <p:cNvSpPr/>
          <p:nvPr/>
        </p:nvSpPr>
        <p:spPr>
          <a:xfrm>
            <a:off x="5462016" y="4649470"/>
            <a:ext cx="234086" cy="12700"/>
          </a:xfrm>
          <a:prstGeom prst="rect">
            <a:avLst/>
          </a:prstGeom>
          <a:solidFill>
            <a:srgbClr val="DCB399"/>
          </a:solidFill>
          <a:ln>
            <a:solidFill>
              <a:srgbClr val="DCB39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F4D57853-DE35-5710-97A1-80B525C8F20C}"/>
              </a:ext>
            </a:extLst>
          </p:cNvPr>
          <p:cNvSpPr/>
          <p:nvPr/>
        </p:nvSpPr>
        <p:spPr>
          <a:xfrm>
            <a:off x="5742432" y="4677156"/>
            <a:ext cx="707136" cy="38100"/>
          </a:xfrm>
          <a:prstGeom prst="rect">
            <a:avLst/>
          </a:prstGeom>
          <a:solidFill>
            <a:srgbClr val="FFDBA9"/>
          </a:solidFill>
          <a:ln>
            <a:solidFill>
              <a:srgbClr val="FFDBA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41AA9B2D-BD8A-254D-011F-5BF7E394C075}"/>
              </a:ext>
            </a:extLst>
          </p:cNvPr>
          <p:cNvSpPr/>
          <p:nvPr/>
        </p:nvSpPr>
        <p:spPr>
          <a:xfrm>
            <a:off x="5176723" y="4766056"/>
            <a:ext cx="339426" cy="12700"/>
          </a:xfrm>
          <a:prstGeom prst="rect">
            <a:avLst/>
          </a:prstGeom>
          <a:solidFill>
            <a:srgbClr val="DCB399"/>
          </a:solidFill>
          <a:ln>
            <a:solidFill>
              <a:srgbClr val="DCB39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352C7617-2221-DCCB-FA19-E3CC8D103995}"/>
              </a:ext>
            </a:extLst>
          </p:cNvPr>
          <p:cNvSpPr/>
          <p:nvPr/>
        </p:nvSpPr>
        <p:spPr>
          <a:xfrm>
            <a:off x="5632704" y="4793742"/>
            <a:ext cx="926592" cy="50800"/>
          </a:xfrm>
          <a:prstGeom prst="rect">
            <a:avLst/>
          </a:prstGeom>
          <a:solidFill>
            <a:srgbClr val="FFDBA9"/>
          </a:solidFill>
          <a:ln>
            <a:solidFill>
              <a:srgbClr val="FFDBA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8C604987-18C8-3B1E-CB36-BDB92F054233}"/>
              </a:ext>
            </a:extLst>
          </p:cNvPr>
          <p:cNvSpPr/>
          <p:nvPr/>
        </p:nvSpPr>
        <p:spPr>
          <a:xfrm>
            <a:off x="4891431" y="4882642"/>
            <a:ext cx="444764" cy="12700"/>
          </a:xfrm>
          <a:prstGeom prst="rect">
            <a:avLst/>
          </a:prstGeom>
          <a:solidFill>
            <a:srgbClr val="DCB399"/>
          </a:solidFill>
          <a:ln>
            <a:solidFill>
              <a:srgbClr val="DCB39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0D47CB43-16D7-251B-3D50-740E1A91D68E}"/>
              </a:ext>
            </a:extLst>
          </p:cNvPr>
          <p:cNvSpPr/>
          <p:nvPr/>
        </p:nvSpPr>
        <p:spPr>
          <a:xfrm>
            <a:off x="5522976" y="4910328"/>
            <a:ext cx="1146048" cy="25400"/>
          </a:xfrm>
          <a:prstGeom prst="rect">
            <a:avLst/>
          </a:prstGeom>
          <a:solidFill>
            <a:srgbClr val="FFDBA9"/>
          </a:solidFill>
          <a:ln>
            <a:solidFill>
              <a:srgbClr val="FFDBA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1098FCBC-E64C-F12A-2A84-DD5AF172DD89}"/>
              </a:ext>
            </a:extLst>
          </p:cNvPr>
          <p:cNvSpPr/>
          <p:nvPr/>
        </p:nvSpPr>
        <p:spPr>
          <a:xfrm>
            <a:off x="4606137" y="4999228"/>
            <a:ext cx="550103" cy="12700"/>
          </a:xfrm>
          <a:prstGeom prst="rect">
            <a:avLst/>
          </a:prstGeom>
          <a:solidFill>
            <a:srgbClr val="DCB399"/>
          </a:solidFill>
          <a:ln>
            <a:solidFill>
              <a:srgbClr val="DCB39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8866B057-655C-F9CD-4E65-4B38B887C22C}"/>
              </a:ext>
            </a:extLst>
          </p:cNvPr>
          <p:cNvSpPr/>
          <p:nvPr/>
        </p:nvSpPr>
        <p:spPr>
          <a:xfrm>
            <a:off x="5413248" y="5026914"/>
            <a:ext cx="1365504" cy="38100"/>
          </a:xfrm>
          <a:prstGeom prst="rect">
            <a:avLst/>
          </a:prstGeom>
          <a:solidFill>
            <a:srgbClr val="FFDBA9"/>
          </a:solidFill>
          <a:ln>
            <a:solidFill>
              <a:srgbClr val="FFDBA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5" name="직사각형 64">
            <a:extLst>
              <a:ext uri="{FF2B5EF4-FFF2-40B4-BE49-F238E27FC236}">
                <a16:creationId xmlns:a16="http://schemas.microsoft.com/office/drawing/2014/main" id="{291BE7F1-8ABA-DF01-C85F-E9FB408F9B9B}"/>
              </a:ext>
            </a:extLst>
          </p:cNvPr>
          <p:cNvSpPr/>
          <p:nvPr/>
        </p:nvSpPr>
        <p:spPr>
          <a:xfrm>
            <a:off x="4320845" y="5115814"/>
            <a:ext cx="655442" cy="12700"/>
          </a:xfrm>
          <a:prstGeom prst="rect">
            <a:avLst/>
          </a:prstGeom>
          <a:solidFill>
            <a:srgbClr val="DCB399"/>
          </a:solidFill>
          <a:ln>
            <a:solidFill>
              <a:srgbClr val="DCB39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6" name="직사각형 65">
            <a:extLst>
              <a:ext uri="{FF2B5EF4-FFF2-40B4-BE49-F238E27FC236}">
                <a16:creationId xmlns:a16="http://schemas.microsoft.com/office/drawing/2014/main" id="{EFF3F824-25FE-F26B-9432-872C67FBF037}"/>
              </a:ext>
            </a:extLst>
          </p:cNvPr>
          <p:cNvSpPr/>
          <p:nvPr/>
        </p:nvSpPr>
        <p:spPr>
          <a:xfrm>
            <a:off x="5852160" y="5143500"/>
            <a:ext cx="487680" cy="50800"/>
          </a:xfrm>
          <a:prstGeom prst="rect">
            <a:avLst/>
          </a:prstGeom>
          <a:solidFill>
            <a:srgbClr val="A4B5AC"/>
          </a:solidFill>
          <a:ln>
            <a:solidFill>
              <a:srgbClr val="A4B5A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7" name="직사각형 66">
            <a:extLst>
              <a:ext uri="{FF2B5EF4-FFF2-40B4-BE49-F238E27FC236}">
                <a16:creationId xmlns:a16="http://schemas.microsoft.com/office/drawing/2014/main" id="{F1503EFC-59FB-6DC0-870C-3EC4727DACFF}"/>
              </a:ext>
            </a:extLst>
          </p:cNvPr>
          <p:cNvSpPr/>
          <p:nvPr/>
        </p:nvSpPr>
        <p:spPr>
          <a:xfrm>
            <a:off x="5462016" y="5232400"/>
            <a:ext cx="234086" cy="12700"/>
          </a:xfrm>
          <a:prstGeom prst="rect">
            <a:avLst/>
          </a:prstGeom>
          <a:solidFill>
            <a:srgbClr val="DCB399"/>
          </a:solidFill>
          <a:ln>
            <a:solidFill>
              <a:srgbClr val="DCB39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8" name="직사각형 67">
            <a:extLst>
              <a:ext uri="{FF2B5EF4-FFF2-40B4-BE49-F238E27FC236}">
                <a16:creationId xmlns:a16="http://schemas.microsoft.com/office/drawing/2014/main" id="{E872CF06-675F-2472-D076-52D7C68ED1DF}"/>
              </a:ext>
            </a:extLst>
          </p:cNvPr>
          <p:cNvSpPr/>
          <p:nvPr/>
        </p:nvSpPr>
        <p:spPr>
          <a:xfrm>
            <a:off x="5742432" y="5260086"/>
            <a:ext cx="707136" cy="25400"/>
          </a:xfrm>
          <a:prstGeom prst="rect">
            <a:avLst/>
          </a:prstGeom>
          <a:solidFill>
            <a:srgbClr val="A4B5AC"/>
          </a:solidFill>
          <a:ln>
            <a:solidFill>
              <a:srgbClr val="A4B5A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9" name="직사각형 68">
            <a:extLst>
              <a:ext uri="{FF2B5EF4-FFF2-40B4-BE49-F238E27FC236}">
                <a16:creationId xmlns:a16="http://schemas.microsoft.com/office/drawing/2014/main" id="{42704E6B-FFA6-2E76-01FC-B462869DC5B4}"/>
              </a:ext>
            </a:extLst>
          </p:cNvPr>
          <p:cNvSpPr/>
          <p:nvPr/>
        </p:nvSpPr>
        <p:spPr>
          <a:xfrm>
            <a:off x="5176723" y="5348986"/>
            <a:ext cx="339426" cy="12700"/>
          </a:xfrm>
          <a:prstGeom prst="rect">
            <a:avLst/>
          </a:prstGeom>
          <a:solidFill>
            <a:srgbClr val="DCB399"/>
          </a:solidFill>
          <a:ln>
            <a:solidFill>
              <a:srgbClr val="DCB39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0" name="직사각형 69">
            <a:extLst>
              <a:ext uri="{FF2B5EF4-FFF2-40B4-BE49-F238E27FC236}">
                <a16:creationId xmlns:a16="http://schemas.microsoft.com/office/drawing/2014/main" id="{C162F18E-12C4-D75E-85A2-B48D5BE8D932}"/>
              </a:ext>
            </a:extLst>
          </p:cNvPr>
          <p:cNvSpPr/>
          <p:nvPr/>
        </p:nvSpPr>
        <p:spPr>
          <a:xfrm>
            <a:off x="5632704" y="5376672"/>
            <a:ext cx="926592" cy="38100"/>
          </a:xfrm>
          <a:prstGeom prst="rect">
            <a:avLst/>
          </a:prstGeom>
          <a:solidFill>
            <a:srgbClr val="A4B5AC"/>
          </a:solidFill>
          <a:ln>
            <a:solidFill>
              <a:srgbClr val="A4B5A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1" name="직사각형 70">
            <a:extLst>
              <a:ext uri="{FF2B5EF4-FFF2-40B4-BE49-F238E27FC236}">
                <a16:creationId xmlns:a16="http://schemas.microsoft.com/office/drawing/2014/main" id="{4D8E3CBB-9ACB-2FF6-DFCD-F2075A8F6D52}"/>
              </a:ext>
            </a:extLst>
          </p:cNvPr>
          <p:cNvSpPr/>
          <p:nvPr/>
        </p:nvSpPr>
        <p:spPr>
          <a:xfrm>
            <a:off x="4891431" y="5465572"/>
            <a:ext cx="444764" cy="12700"/>
          </a:xfrm>
          <a:prstGeom prst="rect">
            <a:avLst/>
          </a:prstGeom>
          <a:solidFill>
            <a:srgbClr val="DCB399"/>
          </a:solidFill>
          <a:ln>
            <a:solidFill>
              <a:srgbClr val="DCB39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2" name="직사각형 71">
            <a:extLst>
              <a:ext uri="{FF2B5EF4-FFF2-40B4-BE49-F238E27FC236}">
                <a16:creationId xmlns:a16="http://schemas.microsoft.com/office/drawing/2014/main" id="{C712A842-79E7-3FE4-735D-2C3D29E7CA6F}"/>
              </a:ext>
            </a:extLst>
          </p:cNvPr>
          <p:cNvSpPr/>
          <p:nvPr/>
        </p:nvSpPr>
        <p:spPr>
          <a:xfrm>
            <a:off x="5522976" y="5493258"/>
            <a:ext cx="1146048" cy="50800"/>
          </a:xfrm>
          <a:prstGeom prst="rect">
            <a:avLst/>
          </a:prstGeom>
          <a:solidFill>
            <a:srgbClr val="A4B5AC"/>
          </a:solidFill>
          <a:ln>
            <a:solidFill>
              <a:srgbClr val="A4B5A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3" name="직사각형 72">
            <a:extLst>
              <a:ext uri="{FF2B5EF4-FFF2-40B4-BE49-F238E27FC236}">
                <a16:creationId xmlns:a16="http://schemas.microsoft.com/office/drawing/2014/main" id="{F2461217-91DB-EFAF-1521-0473EDC3C83C}"/>
              </a:ext>
            </a:extLst>
          </p:cNvPr>
          <p:cNvSpPr/>
          <p:nvPr/>
        </p:nvSpPr>
        <p:spPr>
          <a:xfrm>
            <a:off x="5413248" y="5609844"/>
            <a:ext cx="1365504" cy="25400"/>
          </a:xfrm>
          <a:prstGeom prst="rect">
            <a:avLst/>
          </a:prstGeom>
          <a:solidFill>
            <a:srgbClr val="A4B5AC"/>
          </a:solidFill>
          <a:ln>
            <a:solidFill>
              <a:srgbClr val="A4B5A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712F54EC-F4AC-F8D3-CBAE-3DFF4426D56A}"/>
              </a:ext>
            </a:extLst>
          </p:cNvPr>
          <p:cNvSpPr/>
          <p:nvPr/>
        </p:nvSpPr>
        <p:spPr>
          <a:xfrm>
            <a:off x="5852160" y="5726430"/>
            <a:ext cx="487680" cy="38100"/>
          </a:xfrm>
          <a:prstGeom prst="rect">
            <a:avLst/>
          </a:prstGeom>
          <a:solidFill>
            <a:srgbClr val="A4B5AC"/>
          </a:solidFill>
          <a:ln>
            <a:solidFill>
              <a:srgbClr val="A4B5A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5" name="직사각형 74">
            <a:extLst>
              <a:ext uri="{FF2B5EF4-FFF2-40B4-BE49-F238E27FC236}">
                <a16:creationId xmlns:a16="http://schemas.microsoft.com/office/drawing/2014/main" id="{0E4B010D-08F9-BBE3-8653-88D7F16385AD}"/>
              </a:ext>
            </a:extLst>
          </p:cNvPr>
          <p:cNvSpPr/>
          <p:nvPr/>
        </p:nvSpPr>
        <p:spPr>
          <a:xfrm>
            <a:off x="5742432" y="5843016"/>
            <a:ext cx="707136" cy="50800"/>
          </a:xfrm>
          <a:prstGeom prst="rect">
            <a:avLst/>
          </a:prstGeom>
          <a:solidFill>
            <a:srgbClr val="A4B5AC"/>
          </a:solidFill>
          <a:ln>
            <a:solidFill>
              <a:srgbClr val="A4B5A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A8C6D186-455F-D2FD-FEE7-2AC38BDDD5A8}"/>
              </a:ext>
            </a:extLst>
          </p:cNvPr>
          <p:cNvSpPr/>
          <p:nvPr/>
        </p:nvSpPr>
        <p:spPr>
          <a:xfrm>
            <a:off x="5632704" y="5959602"/>
            <a:ext cx="926592" cy="25400"/>
          </a:xfrm>
          <a:prstGeom prst="rect">
            <a:avLst/>
          </a:prstGeom>
          <a:solidFill>
            <a:srgbClr val="A4B5AC"/>
          </a:solidFill>
          <a:ln>
            <a:solidFill>
              <a:srgbClr val="A4B5A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7" name="직사각형 76">
            <a:extLst>
              <a:ext uri="{FF2B5EF4-FFF2-40B4-BE49-F238E27FC236}">
                <a16:creationId xmlns:a16="http://schemas.microsoft.com/office/drawing/2014/main" id="{F7DB5466-D98B-DB64-4758-C8E02AEBCAE2}"/>
              </a:ext>
            </a:extLst>
          </p:cNvPr>
          <p:cNvSpPr/>
          <p:nvPr/>
        </p:nvSpPr>
        <p:spPr>
          <a:xfrm>
            <a:off x="5522976" y="6076188"/>
            <a:ext cx="1146048" cy="38100"/>
          </a:xfrm>
          <a:prstGeom prst="rect">
            <a:avLst/>
          </a:prstGeom>
          <a:solidFill>
            <a:srgbClr val="A4B5AC"/>
          </a:solidFill>
          <a:ln>
            <a:solidFill>
              <a:srgbClr val="A4B5A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8" name="직사각형 77">
            <a:extLst>
              <a:ext uri="{FF2B5EF4-FFF2-40B4-BE49-F238E27FC236}">
                <a16:creationId xmlns:a16="http://schemas.microsoft.com/office/drawing/2014/main" id="{20AA71C8-AD34-1473-03D1-41EA03BB12A4}"/>
              </a:ext>
            </a:extLst>
          </p:cNvPr>
          <p:cNvSpPr/>
          <p:nvPr/>
        </p:nvSpPr>
        <p:spPr>
          <a:xfrm>
            <a:off x="5413248" y="6192774"/>
            <a:ext cx="1365504" cy="50800"/>
          </a:xfrm>
          <a:prstGeom prst="rect">
            <a:avLst/>
          </a:prstGeom>
          <a:solidFill>
            <a:srgbClr val="A4B5AC"/>
          </a:solidFill>
          <a:ln>
            <a:solidFill>
              <a:srgbClr val="A4B5A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9" name="직사각형 78">
            <a:extLst>
              <a:ext uri="{FF2B5EF4-FFF2-40B4-BE49-F238E27FC236}">
                <a16:creationId xmlns:a16="http://schemas.microsoft.com/office/drawing/2014/main" id="{019B6795-1251-B195-E03F-C0A8F25389FB}"/>
              </a:ext>
            </a:extLst>
          </p:cNvPr>
          <p:cNvSpPr/>
          <p:nvPr/>
        </p:nvSpPr>
        <p:spPr>
          <a:xfrm>
            <a:off x="5852160" y="6309360"/>
            <a:ext cx="487680" cy="25400"/>
          </a:xfrm>
          <a:prstGeom prst="rect">
            <a:avLst/>
          </a:prstGeom>
          <a:solidFill>
            <a:srgbClr val="A4B5AC"/>
          </a:solidFill>
          <a:ln>
            <a:solidFill>
              <a:srgbClr val="A4B5A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0" name="직사각형 79">
            <a:extLst>
              <a:ext uri="{FF2B5EF4-FFF2-40B4-BE49-F238E27FC236}">
                <a16:creationId xmlns:a16="http://schemas.microsoft.com/office/drawing/2014/main" id="{D979300D-21D6-ADFE-A38A-2359DBE97DD4}"/>
              </a:ext>
            </a:extLst>
          </p:cNvPr>
          <p:cNvSpPr/>
          <p:nvPr/>
        </p:nvSpPr>
        <p:spPr>
          <a:xfrm>
            <a:off x="0" y="4663440"/>
            <a:ext cx="152400" cy="12700"/>
          </a:xfrm>
          <a:prstGeom prst="rect">
            <a:avLst/>
          </a:prstGeom>
          <a:solidFill>
            <a:srgbClr val="A4BCB4"/>
          </a:solidFill>
          <a:ln>
            <a:solidFill>
              <a:srgbClr val="A4BC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1" name="직사각형 80">
            <a:extLst>
              <a:ext uri="{FF2B5EF4-FFF2-40B4-BE49-F238E27FC236}">
                <a16:creationId xmlns:a16="http://schemas.microsoft.com/office/drawing/2014/main" id="{4A31EB69-1BAD-ABA8-727B-566156036B71}"/>
              </a:ext>
            </a:extLst>
          </p:cNvPr>
          <p:cNvSpPr/>
          <p:nvPr/>
        </p:nvSpPr>
        <p:spPr>
          <a:xfrm>
            <a:off x="1054100" y="4882896"/>
            <a:ext cx="254000" cy="25400"/>
          </a:xfrm>
          <a:prstGeom prst="rect">
            <a:avLst/>
          </a:prstGeom>
          <a:solidFill>
            <a:srgbClr val="A4BCB4"/>
          </a:solidFill>
          <a:ln>
            <a:solidFill>
              <a:srgbClr val="A4BC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" name="직사각형 81">
            <a:extLst>
              <a:ext uri="{FF2B5EF4-FFF2-40B4-BE49-F238E27FC236}">
                <a16:creationId xmlns:a16="http://schemas.microsoft.com/office/drawing/2014/main" id="{6418B142-B1A8-72EC-54BE-4B02A9585915}"/>
              </a:ext>
            </a:extLst>
          </p:cNvPr>
          <p:cNvSpPr/>
          <p:nvPr/>
        </p:nvSpPr>
        <p:spPr>
          <a:xfrm>
            <a:off x="2108200" y="5102352"/>
            <a:ext cx="355600" cy="12700"/>
          </a:xfrm>
          <a:prstGeom prst="rect">
            <a:avLst/>
          </a:prstGeom>
          <a:solidFill>
            <a:srgbClr val="A4BCB4"/>
          </a:solidFill>
          <a:ln>
            <a:solidFill>
              <a:srgbClr val="A4BC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3" name="직사각형 82">
            <a:extLst>
              <a:ext uri="{FF2B5EF4-FFF2-40B4-BE49-F238E27FC236}">
                <a16:creationId xmlns:a16="http://schemas.microsoft.com/office/drawing/2014/main" id="{678556A7-F2DA-C64A-7BA8-A446304C4508}"/>
              </a:ext>
            </a:extLst>
          </p:cNvPr>
          <p:cNvSpPr/>
          <p:nvPr/>
        </p:nvSpPr>
        <p:spPr>
          <a:xfrm>
            <a:off x="3162300" y="5321808"/>
            <a:ext cx="457200" cy="25400"/>
          </a:xfrm>
          <a:prstGeom prst="rect">
            <a:avLst/>
          </a:prstGeom>
          <a:solidFill>
            <a:srgbClr val="A4BCB4"/>
          </a:solidFill>
          <a:ln>
            <a:solidFill>
              <a:srgbClr val="A4BC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4" name="직사각형 83">
            <a:extLst>
              <a:ext uri="{FF2B5EF4-FFF2-40B4-BE49-F238E27FC236}">
                <a16:creationId xmlns:a16="http://schemas.microsoft.com/office/drawing/2014/main" id="{4810561C-D99D-FE92-ED66-A6510E3645BA}"/>
              </a:ext>
            </a:extLst>
          </p:cNvPr>
          <p:cNvSpPr/>
          <p:nvPr/>
        </p:nvSpPr>
        <p:spPr>
          <a:xfrm>
            <a:off x="4216400" y="5541264"/>
            <a:ext cx="558800" cy="12700"/>
          </a:xfrm>
          <a:prstGeom prst="rect">
            <a:avLst/>
          </a:prstGeom>
          <a:solidFill>
            <a:srgbClr val="A4BCB4"/>
          </a:solidFill>
          <a:ln>
            <a:solidFill>
              <a:srgbClr val="A4BC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5" name="직사각형 84">
            <a:extLst>
              <a:ext uri="{FF2B5EF4-FFF2-40B4-BE49-F238E27FC236}">
                <a16:creationId xmlns:a16="http://schemas.microsoft.com/office/drawing/2014/main" id="{902DF2A6-B7BD-9E25-E8C3-473A62E7E111}"/>
              </a:ext>
            </a:extLst>
          </p:cNvPr>
          <p:cNvSpPr/>
          <p:nvPr/>
        </p:nvSpPr>
        <p:spPr>
          <a:xfrm>
            <a:off x="5270500" y="5760720"/>
            <a:ext cx="660400" cy="25400"/>
          </a:xfrm>
          <a:prstGeom prst="rect">
            <a:avLst/>
          </a:prstGeom>
          <a:solidFill>
            <a:srgbClr val="A4BCB4"/>
          </a:solidFill>
          <a:ln>
            <a:solidFill>
              <a:srgbClr val="A4BC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6" name="직사각형 85">
            <a:extLst>
              <a:ext uri="{FF2B5EF4-FFF2-40B4-BE49-F238E27FC236}">
                <a16:creationId xmlns:a16="http://schemas.microsoft.com/office/drawing/2014/main" id="{4C7D8487-EA2F-A832-F528-E17D87F4976F}"/>
              </a:ext>
            </a:extLst>
          </p:cNvPr>
          <p:cNvSpPr/>
          <p:nvPr/>
        </p:nvSpPr>
        <p:spPr>
          <a:xfrm>
            <a:off x="6324600" y="5980176"/>
            <a:ext cx="152400" cy="12700"/>
          </a:xfrm>
          <a:prstGeom prst="rect">
            <a:avLst/>
          </a:prstGeom>
          <a:solidFill>
            <a:srgbClr val="A4BCB4"/>
          </a:solidFill>
          <a:ln>
            <a:solidFill>
              <a:srgbClr val="A4BC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7" name="직사각형 86">
            <a:extLst>
              <a:ext uri="{FF2B5EF4-FFF2-40B4-BE49-F238E27FC236}">
                <a16:creationId xmlns:a16="http://schemas.microsoft.com/office/drawing/2014/main" id="{BBCCADF1-0C0F-2E55-4B80-6FB5C2045B54}"/>
              </a:ext>
            </a:extLst>
          </p:cNvPr>
          <p:cNvSpPr/>
          <p:nvPr/>
        </p:nvSpPr>
        <p:spPr>
          <a:xfrm>
            <a:off x="7378700" y="6199632"/>
            <a:ext cx="254000" cy="25400"/>
          </a:xfrm>
          <a:prstGeom prst="rect">
            <a:avLst/>
          </a:prstGeom>
          <a:solidFill>
            <a:srgbClr val="A4BCB4"/>
          </a:solidFill>
          <a:ln>
            <a:solidFill>
              <a:srgbClr val="A4BC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8" name="직사각형 87">
            <a:extLst>
              <a:ext uri="{FF2B5EF4-FFF2-40B4-BE49-F238E27FC236}">
                <a16:creationId xmlns:a16="http://schemas.microsoft.com/office/drawing/2014/main" id="{1D1B99F7-AD33-6683-2C60-86AF2731FCB5}"/>
              </a:ext>
            </a:extLst>
          </p:cNvPr>
          <p:cNvSpPr/>
          <p:nvPr/>
        </p:nvSpPr>
        <p:spPr>
          <a:xfrm>
            <a:off x="8432800" y="6419088"/>
            <a:ext cx="355600" cy="12700"/>
          </a:xfrm>
          <a:prstGeom prst="rect">
            <a:avLst/>
          </a:prstGeom>
          <a:solidFill>
            <a:srgbClr val="A4BCB4"/>
          </a:solidFill>
          <a:ln>
            <a:solidFill>
              <a:srgbClr val="A4BC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9" name="직사각형 88">
            <a:extLst>
              <a:ext uri="{FF2B5EF4-FFF2-40B4-BE49-F238E27FC236}">
                <a16:creationId xmlns:a16="http://schemas.microsoft.com/office/drawing/2014/main" id="{B65CDED9-75E8-50AF-825E-A8F5DB1D168E}"/>
              </a:ext>
            </a:extLst>
          </p:cNvPr>
          <p:cNvSpPr/>
          <p:nvPr/>
        </p:nvSpPr>
        <p:spPr>
          <a:xfrm>
            <a:off x="9486900" y="4663440"/>
            <a:ext cx="457200" cy="25400"/>
          </a:xfrm>
          <a:prstGeom prst="rect">
            <a:avLst/>
          </a:prstGeom>
          <a:solidFill>
            <a:srgbClr val="A4BCB4"/>
          </a:solidFill>
          <a:ln>
            <a:solidFill>
              <a:srgbClr val="A4BC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0" name="직사각형 89">
            <a:extLst>
              <a:ext uri="{FF2B5EF4-FFF2-40B4-BE49-F238E27FC236}">
                <a16:creationId xmlns:a16="http://schemas.microsoft.com/office/drawing/2014/main" id="{2AB08684-C7DF-B829-2258-36E3243205B9}"/>
              </a:ext>
            </a:extLst>
          </p:cNvPr>
          <p:cNvSpPr/>
          <p:nvPr/>
        </p:nvSpPr>
        <p:spPr>
          <a:xfrm>
            <a:off x="10541000" y="4882896"/>
            <a:ext cx="558800" cy="12700"/>
          </a:xfrm>
          <a:prstGeom prst="rect">
            <a:avLst/>
          </a:prstGeom>
          <a:solidFill>
            <a:srgbClr val="A4BCB4"/>
          </a:solidFill>
          <a:ln>
            <a:solidFill>
              <a:srgbClr val="A4BC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1" name="직사각형 90">
            <a:extLst>
              <a:ext uri="{FF2B5EF4-FFF2-40B4-BE49-F238E27FC236}">
                <a16:creationId xmlns:a16="http://schemas.microsoft.com/office/drawing/2014/main" id="{44C7B29C-FE4C-7391-C410-D94F6AC3C8FF}"/>
              </a:ext>
            </a:extLst>
          </p:cNvPr>
          <p:cNvSpPr/>
          <p:nvPr/>
        </p:nvSpPr>
        <p:spPr>
          <a:xfrm>
            <a:off x="11595100" y="5102352"/>
            <a:ext cx="660400" cy="25400"/>
          </a:xfrm>
          <a:prstGeom prst="rect">
            <a:avLst/>
          </a:prstGeom>
          <a:solidFill>
            <a:srgbClr val="A4BCB4"/>
          </a:solidFill>
          <a:ln>
            <a:solidFill>
              <a:srgbClr val="A4BC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2" name="직사각형 91">
            <a:extLst>
              <a:ext uri="{FF2B5EF4-FFF2-40B4-BE49-F238E27FC236}">
                <a16:creationId xmlns:a16="http://schemas.microsoft.com/office/drawing/2014/main" id="{FFAC7392-74F1-1241-ADD7-689A381A50D2}"/>
              </a:ext>
            </a:extLst>
          </p:cNvPr>
          <p:cNvSpPr/>
          <p:nvPr/>
        </p:nvSpPr>
        <p:spPr>
          <a:xfrm>
            <a:off x="457200" y="5321808"/>
            <a:ext cx="152400" cy="12700"/>
          </a:xfrm>
          <a:prstGeom prst="rect">
            <a:avLst/>
          </a:prstGeom>
          <a:solidFill>
            <a:srgbClr val="A4BCB4"/>
          </a:solidFill>
          <a:ln>
            <a:solidFill>
              <a:srgbClr val="A4BC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3" name="직사각형 92">
            <a:extLst>
              <a:ext uri="{FF2B5EF4-FFF2-40B4-BE49-F238E27FC236}">
                <a16:creationId xmlns:a16="http://schemas.microsoft.com/office/drawing/2014/main" id="{A0306708-A74B-37D1-932A-D9C3CAD6E7FB}"/>
              </a:ext>
            </a:extLst>
          </p:cNvPr>
          <p:cNvSpPr/>
          <p:nvPr/>
        </p:nvSpPr>
        <p:spPr>
          <a:xfrm>
            <a:off x="1511300" y="5541264"/>
            <a:ext cx="254000" cy="25400"/>
          </a:xfrm>
          <a:prstGeom prst="rect">
            <a:avLst/>
          </a:prstGeom>
          <a:solidFill>
            <a:srgbClr val="A4BCB4"/>
          </a:solidFill>
          <a:ln>
            <a:solidFill>
              <a:srgbClr val="A4BC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4" name="직사각형 93">
            <a:extLst>
              <a:ext uri="{FF2B5EF4-FFF2-40B4-BE49-F238E27FC236}">
                <a16:creationId xmlns:a16="http://schemas.microsoft.com/office/drawing/2014/main" id="{CFE52199-8AC2-564C-06E7-47F627579283}"/>
              </a:ext>
            </a:extLst>
          </p:cNvPr>
          <p:cNvSpPr/>
          <p:nvPr/>
        </p:nvSpPr>
        <p:spPr>
          <a:xfrm>
            <a:off x="2565400" y="5760720"/>
            <a:ext cx="355600" cy="12700"/>
          </a:xfrm>
          <a:prstGeom prst="rect">
            <a:avLst/>
          </a:prstGeom>
          <a:solidFill>
            <a:srgbClr val="A4BCB4"/>
          </a:solidFill>
          <a:ln>
            <a:solidFill>
              <a:srgbClr val="A4BC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5" name="직사각형 94">
            <a:extLst>
              <a:ext uri="{FF2B5EF4-FFF2-40B4-BE49-F238E27FC236}">
                <a16:creationId xmlns:a16="http://schemas.microsoft.com/office/drawing/2014/main" id="{F726700C-0ACE-174F-5E52-4263A57D6B3D}"/>
              </a:ext>
            </a:extLst>
          </p:cNvPr>
          <p:cNvSpPr/>
          <p:nvPr/>
        </p:nvSpPr>
        <p:spPr>
          <a:xfrm>
            <a:off x="3619500" y="5980176"/>
            <a:ext cx="457200" cy="25400"/>
          </a:xfrm>
          <a:prstGeom prst="rect">
            <a:avLst/>
          </a:prstGeom>
          <a:solidFill>
            <a:srgbClr val="A4BCB4"/>
          </a:solidFill>
          <a:ln>
            <a:solidFill>
              <a:srgbClr val="A4BC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6" name="직사각형 95">
            <a:extLst>
              <a:ext uri="{FF2B5EF4-FFF2-40B4-BE49-F238E27FC236}">
                <a16:creationId xmlns:a16="http://schemas.microsoft.com/office/drawing/2014/main" id="{5914E937-C00B-D6A6-32D8-7FFFD405E9F0}"/>
              </a:ext>
            </a:extLst>
          </p:cNvPr>
          <p:cNvSpPr/>
          <p:nvPr/>
        </p:nvSpPr>
        <p:spPr>
          <a:xfrm>
            <a:off x="4673600" y="6199632"/>
            <a:ext cx="558800" cy="12700"/>
          </a:xfrm>
          <a:prstGeom prst="rect">
            <a:avLst/>
          </a:prstGeom>
          <a:solidFill>
            <a:srgbClr val="A4BCB4"/>
          </a:solidFill>
          <a:ln>
            <a:solidFill>
              <a:srgbClr val="A4BC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7" name="직사각형 96">
            <a:extLst>
              <a:ext uri="{FF2B5EF4-FFF2-40B4-BE49-F238E27FC236}">
                <a16:creationId xmlns:a16="http://schemas.microsoft.com/office/drawing/2014/main" id="{7A4435AE-7561-0547-FD4F-997BDEB76D91}"/>
              </a:ext>
            </a:extLst>
          </p:cNvPr>
          <p:cNvSpPr/>
          <p:nvPr/>
        </p:nvSpPr>
        <p:spPr>
          <a:xfrm>
            <a:off x="5727700" y="6419088"/>
            <a:ext cx="660400" cy="25400"/>
          </a:xfrm>
          <a:prstGeom prst="rect">
            <a:avLst/>
          </a:prstGeom>
          <a:solidFill>
            <a:srgbClr val="A4BCB4"/>
          </a:solidFill>
          <a:ln>
            <a:solidFill>
              <a:srgbClr val="A4BC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8" name="직사각형 97">
            <a:extLst>
              <a:ext uri="{FF2B5EF4-FFF2-40B4-BE49-F238E27FC236}">
                <a16:creationId xmlns:a16="http://schemas.microsoft.com/office/drawing/2014/main" id="{A67A5DB8-ED0C-7987-6865-BB5B5456EAB4}"/>
              </a:ext>
            </a:extLst>
          </p:cNvPr>
          <p:cNvSpPr/>
          <p:nvPr/>
        </p:nvSpPr>
        <p:spPr>
          <a:xfrm>
            <a:off x="6781800" y="4663440"/>
            <a:ext cx="152400" cy="12700"/>
          </a:xfrm>
          <a:prstGeom prst="rect">
            <a:avLst/>
          </a:prstGeom>
          <a:solidFill>
            <a:srgbClr val="A4BCB4"/>
          </a:solidFill>
          <a:ln>
            <a:solidFill>
              <a:srgbClr val="A4BC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9" name="직사각형 98">
            <a:extLst>
              <a:ext uri="{FF2B5EF4-FFF2-40B4-BE49-F238E27FC236}">
                <a16:creationId xmlns:a16="http://schemas.microsoft.com/office/drawing/2014/main" id="{42DB81B3-36DB-78CB-D584-520BA5743EAF}"/>
              </a:ext>
            </a:extLst>
          </p:cNvPr>
          <p:cNvSpPr/>
          <p:nvPr/>
        </p:nvSpPr>
        <p:spPr>
          <a:xfrm>
            <a:off x="7835900" y="4882896"/>
            <a:ext cx="254000" cy="25400"/>
          </a:xfrm>
          <a:prstGeom prst="rect">
            <a:avLst/>
          </a:prstGeom>
          <a:solidFill>
            <a:srgbClr val="A4BCB4"/>
          </a:solidFill>
          <a:ln>
            <a:solidFill>
              <a:srgbClr val="A4BC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0" name="직사각형 99">
            <a:extLst>
              <a:ext uri="{FF2B5EF4-FFF2-40B4-BE49-F238E27FC236}">
                <a16:creationId xmlns:a16="http://schemas.microsoft.com/office/drawing/2014/main" id="{162EC478-23D4-F330-F287-5BF138F2B3A5}"/>
              </a:ext>
            </a:extLst>
          </p:cNvPr>
          <p:cNvSpPr/>
          <p:nvPr/>
        </p:nvSpPr>
        <p:spPr>
          <a:xfrm>
            <a:off x="8890000" y="5102352"/>
            <a:ext cx="355600" cy="12700"/>
          </a:xfrm>
          <a:prstGeom prst="rect">
            <a:avLst/>
          </a:prstGeom>
          <a:solidFill>
            <a:srgbClr val="A4BCB4"/>
          </a:solidFill>
          <a:ln>
            <a:solidFill>
              <a:srgbClr val="A4BC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1" name="직사각형 100">
            <a:extLst>
              <a:ext uri="{FF2B5EF4-FFF2-40B4-BE49-F238E27FC236}">
                <a16:creationId xmlns:a16="http://schemas.microsoft.com/office/drawing/2014/main" id="{7B4F956D-3D4A-C30F-72D0-98814BCB0E0F}"/>
              </a:ext>
            </a:extLst>
          </p:cNvPr>
          <p:cNvSpPr/>
          <p:nvPr/>
        </p:nvSpPr>
        <p:spPr>
          <a:xfrm>
            <a:off x="9944100" y="5321808"/>
            <a:ext cx="457200" cy="25400"/>
          </a:xfrm>
          <a:prstGeom prst="rect">
            <a:avLst/>
          </a:prstGeom>
          <a:solidFill>
            <a:srgbClr val="A4BCB4"/>
          </a:solidFill>
          <a:ln>
            <a:solidFill>
              <a:srgbClr val="A4BC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2" name="직사각형 101">
            <a:extLst>
              <a:ext uri="{FF2B5EF4-FFF2-40B4-BE49-F238E27FC236}">
                <a16:creationId xmlns:a16="http://schemas.microsoft.com/office/drawing/2014/main" id="{AEAC4C78-1AE1-A400-B3E3-AD6F43027CE0}"/>
              </a:ext>
            </a:extLst>
          </p:cNvPr>
          <p:cNvSpPr/>
          <p:nvPr/>
        </p:nvSpPr>
        <p:spPr>
          <a:xfrm>
            <a:off x="10998200" y="5541264"/>
            <a:ext cx="558800" cy="12700"/>
          </a:xfrm>
          <a:prstGeom prst="rect">
            <a:avLst/>
          </a:prstGeom>
          <a:solidFill>
            <a:srgbClr val="A4BCB4"/>
          </a:solidFill>
          <a:ln>
            <a:solidFill>
              <a:srgbClr val="A4BC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3" name="직사각형 102">
            <a:extLst>
              <a:ext uri="{FF2B5EF4-FFF2-40B4-BE49-F238E27FC236}">
                <a16:creationId xmlns:a16="http://schemas.microsoft.com/office/drawing/2014/main" id="{083F2EDA-E3BF-2CE0-4CBD-275F81D51C26}"/>
              </a:ext>
            </a:extLst>
          </p:cNvPr>
          <p:cNvSpPr/>
          <p:nvPr/>
        </p:nvSpPr>
        <p:spPr>
          <a:xfrm>
            <a:off x="12052300" y="5760720"/>
            <a:ext cx="660400" cy="25400"/>
          </a:xfrm>
          <a:prstGeom prst="rect">
            <a:avLst/>
          </a:prstGeom>
          <a:solidFill>
            <a:srgbClr val="A4BCB4"/>
          </a:solidFill>
          <a:ln>
            <a:solidFill>
              <a:srgbClr val="A4BC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4" name="타원 103">
            <a:extLst>
              <a:ext uri="{FF2B5EF4-FFF2-40B4-BE49-F238E27FC236}">
                <a16:creationId xmlns:a16="http://schemas.microsoft.com/office/drawing/2014/main" id="{8B2D6844-D62C-5DDB-EDA3-ABD108241AED}"/>
              </a:ext>
            </a:extLst>
          </p:cNvPr>
          <p:cNvSpPr/>
          <p:nvPr/>
        </p:nvSpPr>
        <p:spPr>
          <a:xfrm>
            <a:off x="-1828800" y="4114800"/>
            <a:ext cx="6705600" cy="1577340"/>
          </a:xfrm>
          <a:prstGeom prst="ellipse">
            <a:avLst/>
          </a:prstGeom>
          <a:solidFill>
            <a:srgbClr val="224B4C"/>
          </a:solidFill>
          <a:ln>
            <a:solidFill>
              <a:srgbClr val="224B4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5" name="타원 104">
            <a:extLst>
              <a:ext uri="{FF2B5EF4-FFF2-40B4-BE49-F238E27FC236}">
                <a16:creationId xmlns:a16="http://schemas.microsoft.com/office/drawing/2014/main" id="{FE26E8D1-BA25-C91A-5CF0-96DF09CD5DFA}"/>
              </a:ext>
            </a:extLst>
          </p:cNvPr>
          <p:cNvSpPr/>
          <p:nvPr/>
        </p:nvSpPr>
        <p:spPr>
          <a:xfrm>
            <a:off x="8412480" y="4046220"/>
            <a:ext cx="5852159" cy="1714500"/>
          </a:xfrm>
          <a:prstGeom prst="ellipse">
            <a:avLst/>
          </a:prstGeom>
          <a:solidFill>
            <a:srgbClr val="224948"/>
          </a:solidFill>
          <a:ln>
            <a:solidFill>
              <a:srgbClr val="22494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6" name="타원 105">
            <a:extLst>
              <a:ext uri="{FF2B5EF4-FFF2-40B4-BE49-F238E27FC236}">
                <a16:creationId xmlns:a16="http://schemas.microsoft.com/office/drawing/2014/main" id="{47E55A0C-B1D3-5952-D29A-5C78C1D7D008}"/>
              </a:ext>
            </a:extLst>
          </p:cNvPr>
          <p:cNvSpPr/>
          <p:nvPr/>
        </p:nvSpPr>
        <p:spPr>
          <a:xfrm>
            <a:off x="-975360" y="4457700"/>
            <a:ext cx="5120640" cy="1303020"/>
          </a:xfrm>
          <a:prstGeom prst="ellipse">
            <a:avLst/>
          </a:prstGeom>
          <a:solidFill>
            <a:srgbClr val="1C403E"/>
          </a:solidFill>
          <a:ln>
            <a:solidFill>
              <a:srgbClr val="1C403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7" name="타원 106">
            <a:extLst>
              <a:ext uri="{FF2B5EF4-FFF2-40B4-BE49-F238E27FC236}">
                <a16:creationId xmlns:a16="http://schemas.microsoft.com/office/drawing/2014/main" id="{9B032467-9238-D97B-0025-40CA8573B142}"/>
              </a:ext>
            </a:extLst>
          </p:cNvPr>
          <p:cNvSpPr/>
          <p:nvPr/>
        </p:nvSpPr>
        <p:spPr>
          <a:xfrm>
            <a:off x="8778240" y="4389120"/>
            <a:ext cx="4876799" cy="1371600"/>
          </a:xfrm>
          <a:prstGeom prst="ellipse">
            <a:avLst/>
          </a:prstGeom>
          <a:solidFill>
            <a:srgbClr val="1B3E3D"/>
          </a:solidFill>
          <a:ln>
            <a:solidFill>
              <a:srgbClr val="1B3E3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8" name="직사각형 107">
            <a:extLst>
              <a:ext uri="{FF2B5EF4-FFF2-40B4-BE49-F238E27FC236}">
                <a16:creationId xmlns:a16="http://schemas.microsoft.com/office/drawing/2014/main" id="{91577E8A-AF38-2702-FEA8-77AA9EF4DA84}"/>
              </a:ext>
            </a:extLst>
          </p:cNvPr>
          <p:cNvSpPr/>
          <p:nvPr/>
        </p:nvSpPr>
        <p:spPr>
          <a:xfrm>
            <a:off x="449580" y="5047488"/>
            <a:ext cx="76200" cy="407365"/>
          </a:xfrm>
          <a:prstGeom prst="rect">
            <a:avLst/>
          </a:prstGeom>
          <a:solidFill>
            <a:srgbClr val="433936"/>
          </a:solidFill>
          <a:ln>
            <a:solidFill>
              <a:srgbClr val="43393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9" name="이등변 삼각형 108">
            <a:extLst>
              <a:ext uri="{FF2B5EF4-FFF2-40B4-BE49-F238E27FC236}">
                <a16:creationId xmlns:a16="http://schemas.microsoft.com/office/drawing/2014/main" id="{40C6FBF2-97D0-3939-C5F7-77A74D68ED9E}"/>
              </a:ext>
            </a:extLst>
          </p:cNvPr>
          <p:cNvSpPr/>
          <p:nvPr/>
        </p:nvSpPr>
        <p:spPr>
          <a:xfrm>
            <a:off x="-141884" y="4529023"/>
            <a:ext cx="1259128" cy="1148029"/>
          </a:xfrm>
          <a:prstGeom prst="triangle">
            <a:avLst/>
          </a:prstGeom>
          <a:solidFill>
            <a:srgbClr val="1A3E39"/>
          </a:solidFill>
          <a:ln>
            <a:solidFill>
              <a:srgbClr val="1A3E3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0" name="이등변 삼각형 109">
            <a:extLst>
              <a:ext uri="{FF2B5EF4-FFF2-40B4-BE49-F238E27FC236}">
                <a16:creationId xmlns:a16="http://schemas.microsoft.com/office/drawing/2014/main" id="{76A0C16C-2EF8-6492-7496-C455B9D21A77}"/>
              </a:ext>
            </a:extLst>
          </p:cNvPr>
          <p:cNvSpPr/>
          <p:nvPr/>
        </p:nvSpPr>
        <p:spPr>
          <a:xfrm>
            <a:off x="-12268" y="4140174"/>
            <a:ext cx="999896" cy="1018413"/>
          </a:xfrm>
          <a:prstGeom prst="triangle">
            <a:avLst/>
          </a:prstGeom>
          <a:solidFill>
            <a:srgbClr val="1A3E39"/>
          </a:solidFill>
          <a:ln>
            <a:solidFill>
              <a:srgbClr val="1A3E3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1" name="이등변 삼각형 110">
            <a:extLst>
              <a:ext uri="{FF2B5EF4-FFF2-40B4-BE49-F238E27FC236}">
                <a16:creationId xmlns:a16="http://schemas.microsoft.com/office/drawing/2014/main" id="{0FA3945F-C398-0B55-E077-3AF31CB1F044}"/>
              </a:ext>
            </a:extLst>
          </p:cNvPr>
          <p:cNvSpPr/>
          <p:nvPr/>
        </p:nvSpPr>
        <p:spPr>
          <a:xfrm>
            <a:off x="154381" y="3788359"/>
            <a:ext cx="666598" cy="870280"/>
          </a:xfrm>
          <a:prstGeom prst="triangle">
            <a:avLst/>
          </a:prstGeom>
          <a:solidFill>
            <a:srgbClr val="1A3E39"/>
          </a:solidFill>
          <a:ln>
            <a:solidFill>
              <a:srgbClr val="1A3E3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2" name="직사각형 111">
            <a:extLst>
              <a:ext uri="{FF2B5EF4-FFF2-40B4-BE49-F238E27FC236}">
                <a16:creationId xmlns:a16="http://schemas.microsoft.com/office/drawing/2014/main" id="{E13188F3-1331-7C93-616E-E5678A07034B}"/>
              </a:ext>
            </a:extLst>
          </p:cNvPr>
          <p:cNvSpPr/>
          <p:nvPr/>
        </p:nvSpPr>
        <p:spPr>
          <a:xfrm>
            <a:off x="11551920" y="5225796"/>
            <a:ext cx="76200" cy="475260"/>
          </a:xfrm>
          <a:prstGeom prst="rect">
            <a:avLst/>
          </a:prstGeom>
          <a:solidFill>
            <a:srgbClr val="433936"/>
          </a:solidFill>
          <a:ln>
            <a:solidFill>
              <a:srgbClr val="43393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3" name="이등변 삼각형 112">
            <a:extLst>
              <a:ext uri="{FF2B5EF4-FFF2-40B4-BE49-F238E27FC236}">
                <a16:creationId xmlns:a16="http://schemas.microsoft.com/office/drawing/2014/main" id="{1E3E6EB4-B198-A94B-8F63-78F292968F16}"/>
              </a:ext>
            </a:extLst>
          </p:cNvPr>
          <p:cNvSpPr/>
          <p:nvPr/>
        </p:nvSpPr>
        <p:spPr>
          <a:xfrm>
            <a:off x="10855528" y="4620920"/>
            <a:ext cx="1468983" cy="1339368"/>
          </a:xfrm>
          <a:prstGeom prst="triangle">
            <a:avLst/>
          </a:prstGeom>
          <a:solidFill>
            <a:srgbClr val="1F4C42"/>
          </a:solidFill>
          <a:ln>
            <a:solidFill>
              <a:srgbClr val="1F4C4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4" name="이등변 삼각형 113">
            <a:extLst>
              <a:ext uri="{FF2B5EF4-FFF2-40B4-BE49-F238E27FC236}">
                <a16:creationId xmlns:a16="http://schemas.microsoft.com/office/drawing/2014/main" id="{87A9DA5A-2308-8CCA-F76C-2D2778274677}"/>
              </a:ext>
            </a:extLst>
          </p:cNvPr>
          <p:cNvSpPr/>
          <p:nvPr/>
        </p:nvSpPr>
        <p:spPr>
          <a:xfrm>
            <a:off x="11006747" y="4167264"/>
            <a:ext cx="1166546" cy="1188148"/>
          </a:xfrm>
          <a:prstGeom prst="triangle">
            <a:avLst/>
          </a:prstGeom>
          <a:solidFill>
            <a:srgbClr val="1F4C42"/>
          </a:solidFill>
          <a:ln>
            <a:solidFill>
              <a:srgbClr val="1F4C4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5" name="이등변 삼각형 114">
            <a:extLst>
              <a:ext uri="{FF2B5EF4-FFF2-40B4-BE49-F238E27FC236}">
                <a16:creationId xmlns:a16="http://schemas.microsoft.com/office/drawing/2014/main" id="{128F2198-F1F1-D5F2-8895-D075AA1863AF}"/>
              </a:ext>
            </a:extLst>
          </p:cNvPr>
          <p:cNvSpPr/>
          <p:nvPr/>
        </p:nvSpPr>
        <p:spPr>
          <a:xfrm>
            <a:off x="11201171" y="3756813"/>
            <a:ext cx="777698" cy="1015326"/>
          </a:xfrm>
          <a:prstGeom prst="triangle">
            <a:avLst/>
          </a:prstGeom>
          <a:solidFill>
            <a:srgbClr val="1F4C42"/>
          </a:solidFill>
          <a:ln>
            <a:solidFill>
              <a:srgbClr val="1F4C4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6" name="직사각형 115">
            <a:extLst>
              <a:ext uri="{FF2B5EF4-FFF2-40B4-BE49-F238E27FC236}">
                <a16:creationId xmlns:a16="http://schemas.microsoft.com/office/drawing/2014/main" id="{97F67C2C-3934-DCC8-28FA-EA05B5CD17B9}"/>
              </a:ext>
            </a:extLst>
          </p:cNvPr>
          <p:cNvSpPr/>
          <p:nvPr/>
        </p:nvSpPr>
        <p:spPr>
          <a:xfrm>
            <a:off x="678180" y="5404104"/>
            <a:ext cx="76200" cy="543154"/>
          </a:xfrm>
          <a:prstGeom prst="rect">
            <a:avLst/>
          </a:prstGeom>
          <a:solidFill>
            <a:srgbClr val="433936"/>
          </a:solidFill>
          <a:ln>
            <a:solidFill>
              <a:srgbClr val="43393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7" name="이등변 삼각형 116">
            <a:extLst>
              <a:ext uri="{FF2B5EF4-FFF2-40B4-BE49-F238E27FC236}">
                <a16:creationId xmlns:a16="http://schemas.microsoft.com/office/drawing/2014/main" id="{5D348CC6-9C17-47E4-BA0E-146041DD1B78}"/>
              </a:ext>
            </a:extLst>
          </p:cNvPr>
          <p:cNvSpPr/>
          <p:nvPr/>
        </p:nvSpPr>
        <p:spPr>
          <a:xfrm>
            <a:off x="-123139" y="4712818"/>
            <a:ext cx="1678838" cy="1530706"/>
          </a:xfrm>
          <a:prstGeom prst="triangle">
            <a:avLst/>
          </a:prstGeom>
          <a:solidFill>
            <a:srgbClr val="245244"/>
          </a:solidFill>
          <a:ln>
            <a:solidFill>
              <a:srgbClr val="24524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8" name="이등변 삼각형 117">
            <a:extLst>
              <a:ext uri="{FF2B5EF4-FFF2-40B4-BE49-F238E27FC236}">
                <a16:creationId xmlns:a16="http://schemas.microsoft.com/office/drawing/2014/main" id="{C4EDEC63-59DB-14D0-E98F-3FFA7B14CF8B}"/>
              </a:ext>
            </a:extLst>
          </p:cNvPr>
          <p:cNvSpPr/>
          <p:nvPr/>
        </p:nvSpPr>
        <p:spPr>
          <a:xfrm>
            <a:off x="49682" y="4194353"/>
            <a:ext cx="1333196" cy="1357884"/>
          </a:xfrm>
          <a:prstGeom prst="triangle">
            <a:avLst/>
          </a:prstGeom>
          <a:solidFill>
            <a:srgbClr val="245244"/>
          </a:solidFill>
          <a:ln>
            <a:solidFill>
              <a:srgbClr val="24524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9" name="이등변 삼각형 118">
            <a:extLst>
              <a:ext uri="{FF2B5EF4-FFF2-40B4-BE49-F238E27FC236}">
                <a16:creationId xmlns:a16="http://schemas.microsoft.com/office/drawing/2014/main" id="{9D4A1DCA-093C-168F-AF29-D9FAEB8CF18D}"/>
              </a:ext>
            </a:extLst>
          </p:cNvPr>
          <p:cNvSpPr/>
          <p:nvPr/>
        </p:nvSpPr>
        <p:spPr>
          <a:xfrm>
            <a:off x="271882" y="3725266"/>
            <a:ext cx="888796" cy="1160373"/>
          </a:xfrm>
          <a:prstGeom prst="triangle">
            <a:avLst/>
          </a:prstGeom>
          <a:solidFill>
            <a:srgbClr val="245244"/>
          </a:solidFill>
          <a:ln>
            <a:solidFill>
              <a:srgbClr val="24524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0" name="직사각형 119">
            <a:extLst>
              <a:ext uri="{FF2B5EF4-FFF2-40B4-BE49-F238E27FC236}">
                <a16:creationId xmlns:a16="http://schemas.microsoft.com/office/drawing/2014/main" id="{D9004537-AA81-0264-5A90-06215B1A6E7D}"/>
              </a:ext>
            </a:extLst>
          </p:cNvPr>
          <p:cNvSpPr/>
          <p:nvPr/>
        </p:nvSpPr>
        <p:spPr>
          <a:xfrm>
            <a:off x="11323320" y="4862322"/>
            <a:ext cx="76200" cy="611048"/>
          </a:xfrm>
          <a:prstGeom prst="rect">
            <a:avLst/>
          </a:prstGeom>
          <a:solidFill>
            <a:srgbClr val="433936"/>
          </a:solidFill>
          <a:ln>
            <a:solidFill>
              <a:srgbClr val="43393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1" name="이등변 삼각형 120">
            <a:extLst>
              <a:ext uri="{FF2B5EF4-FFF2-40B4-BE49-F238E27FC236}">
                <a16:creationId xmlns:a16="http://schemas.microsoft.com/office/drawing/2014/main" id="{BC166D9D-C60E-3B15-890A-149A6EDFFD9B}"/>
              </a:ext>
            </a:extLst>
          </p:cNvPr>
          <p:cNvSpPr/>
          <p:nvPr/>
        </p:nvSpPr>
        <p:spPr>
          <a:xfrm>
            <a:off x="10417073" y="4084625"/>
            <a:ext cx="1888694" cy="1722043"/>
          </a:xfrm>
          <a:prstGeom prst="triangle">
            <a:avLst/>
          </a:prstGeom>
          <a:solidFill>
            <a:srgbClr val="1A3E39"/>
          </a:solidFill>
          <a:ln>
            <a:solidFill>
              <a:srgbClr val="1A3E3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2" name="이등변 삼각형 121">
            <a:extLst>
              <a:ext uri="{FF2B5EF4-FFF2-40B4-BE49-F238E27FC236}">
                <a16:creationId xmlns:a16="http://schemas.microsoft.com/office/drawing/2014/main" id="{7B2542D3-308B-9B11-831B-BDA7A8C9739D}"/>
              </a:ext>
            </a:extLst>
          </p:cNvPr>
          <p:cNvSpPr/>
          <p:nvPr/>
        </p:nvSpPr>
        <p:spPr>
          <a:xfrm>
            <a:off x="10611498" y="3501352"/>
            <a:ext cx="1499845" cy="1527619"/>
          </a:xfrm>
          <a:prstGeom prst="triangle">
            <a:avLst/>
          </a:prstGeom>
          <a:solidFill>
            <a:srgbClr val="1A3E39"/>
          </a:solidFill>
          <a:ln>
            <a:solidFill>
              <a:srgbClr val="1A3E3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3" name="이등변 삼각형 122">
            <a:extLst>
              <a:ext uri="{FF2B5EF4-FFF2-40B4-BE49-F238E27FC236}">
                <a16:creationId xmlns:a16="http://schemas.microsoft.com/office/drawing/2014/main" id="{013B8ED7-56A0-7245-1B18-5B22B64EE3DD}"/>
              </a:ext>
            </a:extLst>
          </p:cNvPr>
          <p:cNvSpPr/>
          <p:nvPr/>
        </p:nvSpPr>
        <p:spPr>
          <a:xfrm>
            <a:off x="10861472" y="2973629"/>
            <a:ext cx="999896" cy="1305420"/>
          </a:xfrm>
          <a:prstGeom prst="triangle">
            <a:avLst/>
          </a:prstGeom>
          <a:solidFill>
            <a:srgbClr val="1A3E39"/>
          </a:solidFill>
          <a:ln>
            <a:solidFill>
              <a:srgbClr val="1A3E3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4" name="직사각형 123">
            <a:extLst>
              <a:ext uri="{FF2B5EF4-FFF2-40B4-BE49-F238E27FC236}">
                <a16:creationId xmlns:a16="http://schemas.microsoft.com/office/drawing/2014/main" id="{24D99BDF-CEB8-A4EE-327C-CE23E1902611}"/>
              </a:ext>
            </a:extLst>
          </p:cNvPr>
          <p:cNvSpPr/>
          <p:nvPr/>
        </p:nvSpPr>
        <p:spPr>
          <a:xfrm>
            <a:off x="906780" y="5287518"/>
            <a:ext cx="76200" cy="407365"/>
          </a:xfrm>
          <a:prstGeom prst="rect">
            <a:avLst/>
          </a:prstGeom>
          <a:solidFill>
            <a:srgbClr val="433936"/>
          </a:solidFill>
          <a:ln>
            <a:solidFill>
              <a:srgbClr val="43393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5" name="이등변 삼각형 124">
            <a:extLst>
              <a:ext uri="{FF2B5EF4-FFF2-40B4-BE49-F238E27FC236}">
                <a16:creationId xmlns:a16="http://schemas.microsoft.com/office/drawing/2014/main" id="{49C85D35-FC2E-DC46-375B-ABC3F6327805}"/>
              </a:ext>
            </a:extLst>
          </p:cNvPr>
          <p:cNvSpPr/>
          <p:nvPr/>
        </p:nvSpPr>
        <p:spPr>
          <a:xfrm>
            <a:off x="315316" y="4769053"/>
            <a:ext cx="1259128" cy="1148029"/>
          </a:xfrm>
          <a:prstGeom prst="triangle">
            <a:avLst/>
          </a:prstGeom>
          <a:solidFill>
            <a:srgbClr val="1F4C42"/>
          </a:solidFill>
          <a:ln>
            <a:solidFill>
              <a:srgbClr val="1F4C4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6" name="이등변 삼각형 125">
            <a:extLst>
              <a:ext uri="{FF2B5EF4-FFF2-40B4-BE49-F238E27FC236}">
                <a16:creationId xmlns:a16="http://schemas.microsoft.com/office/drawing/2014/main" id="{1CC680CA-F1EC-49A3-0EC3-68618130C798}"/>
              </a:ext>
            </a:extLst>
          </p:cNvPr>
          <p:cNvSpPr/>
          <p:nvPr/>
        </p:nvSpPr>
        <p:spPr>
          <a:xfrm>
            <a:off x="444932" y="4380205"/>
            <a:ext cx="999896" cy="1018413"/>
          </a:xfrm>
          <a:prstGeom prst="triangle">
            <a:avLst/>
          </a:prstGeom>
          <a:solidFill>
            <a:srgbClr val="1F4C42"/>
          </a:solidFill>
          <a:ln>
            <a:solidFill>
              <a:srgbClr val="1F4C4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7" name="이등변 삼각형 126">
            <a:extLst>
              <a:ext uri="{FF2B5EF4-FFF2-40B4-BE49-F238E27FC236}">
                <a16:creationId xmlns:a16="http://schemas.microsoft.com/office/drawing/2014/main" id="{2A78D92D-980A-1259-AB72-6A6DB5D919A3}"/>
              </a:ext>
            </a:extLst>
          </p:cNvPr>
          <p:cNvSpPr/>
          <p:nvPr/>
        </p:nvSpPr>
        <p:spPr>
          <a:xfrm>
            <a:off x="611581" y="4028389"/>
            <a:ext cx="666598" cy="870281"/>
          </a:xfrm>
          <a:prstGeom prst="triangle">
            <a:avLst/>
          </a:prstGeom>
          <a:solidFill>
            <a:srgbClr val="1F4C42"/>
          </a:solidFill>
          <a:ln>
            <a:solidFill>
              <a:srgbClr val="1F4C4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8" name="직사각형 127">
            <a:extLst>
              <a:ext uri="{FF2B5EF4-FFF2-40B4-BE49-F238E27FC236}">
                <a16:creationId xmlns:a16="http://schemas.microsoft.com/office/drawing/2014/main" id="{FC975D49-1778-38B5-1C1C-EBEF6997836E}"/>
              </a:ext>
            </a:extLst>
          </p:cNvPr>
          <p:cNvSpPr/>
          <p:nvPr/>
        </p:nvSpPr>
        <p:spPr>
          <a:xfrm>
            <a:off x="11094720" y="5465826"/>
            <a:ext cx="76200" cy="475259"/>
          </a:xfrm>
          <a:prstGeom prst="rect">
            <a:avLst/>
          </a:prstGeom>
          <a:solidFill>
            <a:srgbClr val="433936"/>
          </a:solidFill>
          <a:ln>
            <a:solidFill>
              <a:srgbClr val="43393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9" name="이등변 삼각형 128">
            <a:extLst>
              <a:ext uri="{FF2B5EF4-FFF2-40B4-BE49-F238E27FC236}">
                <a16:creationId xmlns:a16="http://schemas.microsoft.com/office/drawing/2014/main" id="{19ABF946-7914-7C31-27AB-C82093FA3CB1}"/>
              </a:ext>
            </a:extLst>
          </p:cNvPr>
          <p:cNvSpPr/>
          <p:nvPr/>
        </p:nvSpPr>
        <p:spPr>
          <a:xfrm>
            <a:off x="10398328" y="4860951"/>
            <a:ext cx="1468983" cy="1339367"/>
          </a:xfrm>
          <a:prstGeom prst="triangle">
            <a:avLst/>
          </a:prstGeom>
          <a:solidFill>
            <a:srgbClr val="245244"/>
          </a:solidFill>
          <a:ln>
            <a:solidFill>
              <a:srgbClr val="24524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0" name="이등변 삼각형 129">
            <a:extLst>
              <a:ext uri="{FF2B5EF4-FFF2-40B4-BE49-F238E27FC236}">
                <a16:creationId xmlns:a16="http://schemas.microsoft.com/office/drawing/2014/main" id="{C63681D4-71EA-36EA-ED62-8B66D47CFEF9}"/>
              </a:ext>
            </a:extLst>
          </p:cNvPr>
          <p:cNvSpPr/>
          <p:nvPr/>
        </p:nvSpPr>
        <p:spPr>
          <a:xfrm>
            <a:off x="10549547" y="4407294"/>
            <a:ext cx="1166546" cy="1188148"/>
          </a:xfrm>
          <a:prstGeom prst="triangle">
            <a:avLst/>
          </a:prstGeom>
          <a:solidFill>
            <a:srgbClr val="245244"/>
          </a:solidFill>
          <a:ln>
            <a:solidFill>
              <a:srgbClr val="24524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1" name="이등변 삼각형 130">
            <a:extLst>
              <a:ext uri="{FF2B5EF4-FFF2-40B4-BE49-F238E27FC236}">
                <a16:creationId xmlns:a16="http://schemas.microsoft.com/office/drawing/2014/main" id="{5F412F59-BAEB-6124-9108-E8A3C8316E04}"/>
              </a:ext>
            </a:extLst>
          </p:cNvPr>
          <p:cNvSpPr/>
          <p:nvPr/>
        </p:nvSpPr>
        <p:spPr>
          <a:xfrm>
            <a:off x="10743971" y="3996842"/>
            <a:ext cx="777698" cy="1015327"/>
          </a:xfrm>
          <a:prstGeom prst="triangle">
            <a:avLst/>
          </a:prstGeom>
          <a:solidFill>
            <a:srgbClr val="245244"/>
          </a:solidFill>
          <a:ln>
            <a:solidFill>
              <a:srgbClr val="24524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2" name="직사각형 131">
            <a:extLst>
              <a:ext uri="{FF2B5EF4-FFF2-40B4-BE49-F238E27FC236}">
                <a16:creationId xmlns:a16="http://schemas.microsoft.com/office/drawing/2014/main" id="{337F81CF-A26D-4C38-6A8A-9236CFF9A55F}"/>
              </a:ext>
            </a:extLst>
          </p:cNvPr>
          <p:cNvSpPr/>
          <p:nvPr/>
        </p:nvSpPr>
        <p:spPr>
          <a:xfrm>
            <a:off x="1135380" y="4924044"/>
            <a:ext cx="76200" cy="543154"/>
          </a:xfrm>
          <a:prstGeom prst="rect">
            <a:avLst/>
          </a:prstGeom>
          <a:solidFill>
            <a:srgbClr val="433936"/>
          </a:solidFill>
          <a:ln>
            <a:solidFill>
              <a:srgbClr val="43393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3" name="이등변 삼각형 132">
            <a:extLst>
              <a:ext uri="{FF2B5EF4-FFF2-40B4-BE49-F238E27FC236}">
                <a16:creationId xmlns:a16="http://schemas.microsoft.com/office/drawing/2014/main" id="{445DEEBC-1FBB-4377-A147-36EB2AE156FF}"/>
              </a:ext>
            </a:extLst>
          </p:cNvPr>
          <p:cNvSpPr/>
          <p:nvPr/>
        </p:nvSpPr>
        <p:spPr>
          <a:xfrm>
            <a:off x="334061" y="4232758"/>
            <a:ext cx="1678838" cy="1530705"/>
          </a:xfrm>
          <a:prstGeom prst="triangle">
            <a:avLst/>
          </a:prstGeom>
          <a:solidFill>
            <a:srgbClr val="1A3E39"/>
          </a:solidFill>
          <a:ln>
            <a:solidFill>
              <a:srgbClr val="1A3E3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4" name="이등변 삼각형 133">
            <a:extLst>
              <a:ext uri="{FF2B5EF4-FFF2-40B4-BE49-F238E27FC236}">
                <a16:creationId xmlns:a16="http://schemas.microsoft.com/office/drawing/2014/main" id="{5B88815F-6C98-43FB-0219-CE22D0F9C1FC}"/>
              </a:ext>
            </a:extLst>
          </p:cNvPr>
          <p:cNvSpPr/>
          <p:nvPr/>
        </p:nvSpPr>
        <p:spPr>
          <a:xfrm>
            <a:off x="506882" y="3714293"/>
            <a:ext cx="1333196" cy="1357883"/>
          </a:xfrm>
          <a:prstGeom prst="triangle">
            <a:avLst/>
          </a:prstGeom>
          <a:solidFill>
            <a:srgbClr val="1A3E39"/>
          </a:solidFill>
          <a:ln>
            <a:solidFill>
              <a:srgbClr val="1A3E3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5" name="이등변 삼각형 134">
            <a:extLst>
              <a:ext uri="{FF2B5EF4-FFF2-40B4-BE49-F238E27FC236}">
                <a16:creationId xmlns:a16="http://schemas.microsoft.com/office/drawing/2014/main" id="{E4F6A8E2-826A-60CF-7A53-ED62953FD0FD}"/>
              </a:ext>
            </a:extLst>
          </p:cNvPr>
          <p:cNvSpPr/>
          <p:nvPr/>
        </p:nvSpPr>
        <p:spPr>
          <a:xfrm>
            <a:off x="729082" y="3245206"/>
            <a:ext cx="888796" cy="1160373"/>
          </a:xfrm>
          <a:prstGeom prst="triangle">
            <a:avLst/>
          </a:prstGeom>
          <a:solidFill>
            <a:srgbClr val="1A3E39"/>
          </a:solidFill>
          <a:ln>
            <a:solidFill>
              <a:srgbClr val="1A3E3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6" name="직사각형 135">
            <a:extLst>
              <a:ext uri="{FF2B5EF4-FFF2-40B4-BE49-F238E27FC236}">
                <a16:creationId xmlns:a16="http://schemas.microsoft.com/office/drawing/2014/main" id="{279D3C2A-A019-2EBA-C1D2-8208B6030CB0}"/>
              </a:ext>
            </a:extLst>
          </p:cNvPr>
          <p:cNvSpPr/>
          <p:nvPr/>
        </p:nvSpPr>
        <p:spPr>
          <a:xfrm>
            <a:off x="0" y="6035040"/>
            <a:ext cx="25400" cy="25400"/>
          </a:xfrm>
          <a:prstGeom prst="rect">
            <a:avLst/>
          </a:prstGeom>
          <a:solidFill>
            <a:srgbClr val="CEA474"/>
          </a:solidFill>
          <a:ln>
            <a:solidFill>
              <a:srgbClr val="CEA47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7" name="직사각형 136">
            <a:extLst>
              <a:ext uri="{FF2B5EF4-FFF2-40B4-BE49-F238E27FC236}">
                <a16:creationId xmlns:a16="http://schemas.microsoft.com/office/drawing/2014/main" id="{B1EB1363-D449-12DC-3170-A01A2E452845}"/>
              </a:ext>
            </a:extLst>
          </p:cNvPr>
          <p:cNvSpPr/>
          <p:nvPr/>
        </p:nvSpPr>
        <p:spPr>
          <a:xfrm>
            <a:off x="850900" y="6158484"/>
            <a:ext cx="38100" cy="25400"/>
          </a:xfrm>
          <a:prstGeom prst="rect">
            <a:avLst/>
          </a:prstGeom>
          <a:solidFill>
            <a:srgbClr val="CEA474"/>
          </a:solidFill>
          <a:ln>
            <a:solidFill>
              <a:srgbClr val="CEA47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8" name="직사각형 137">
            <a:extLst>
              <a:ext uri="{FF2B5EF4-FFF2-40B4-BE49-F238E27FC236}">
                <a16:creationId xmlns:a16="http://schemas.microsoft.com/office/drawing/2014/main" id="{06A56ACA-8825-1FC4-E2D5-F5611FB0AD76}"/>
              </a:ext>
            </a:extLst>
          </p:cNvPr>
          <p:cNvSpPr/>
          <p:nvPr/>
        </p:nvSpPr>
        <p:spPr>
          <a:xfrm>
            <a:off x="1701800" y="6281928"/>
            <a:ext cx="50800" cy="25400"/>
          </a:xfrm>
          <a:prstGeom prst="rect">
            <a:avLst/>
          </a:prstGeom>
          <a:solidFill>
            <a:srgbClr val="CEA474"/>
          </a:solidFill>
          <a:ln>
            <a:solidFill>
              <a:srgbClr val="CEA47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9" name="직사각형 138">
            <a:extLst>
              <a:ext uri="{FF2B5EF4-FFF2-40B4-BE49-F238E27FC236}">
                <a16:creationId xmlns:a16="http://schemas.microsoft.com/office/drawing/2014/main" id="{949D320F-1FA0-3D03-E5D5-4B07851ABD34}"/>
              </a:ext>
            </a:extLst>
          </p:cNvPr>
          <p:cNvSpPr/>
          <p:nvPr/>
        </p:nvSpPr>
        <p:spPr>
          <a:xfrm>
            <a:off x="2552700" y="6405372"/>
            <a:ext cx="25400" cy="25400"/>
          </a:xfrm>
          <a:prstGeom prst="rect">
            <a:avLst/>
          </a:prstGeom>
          <a:solidFill>
            <a:srgbClr val="CEA474"/>
          </a:solidFill>
          <a:ln>
            <a:solidFill>
              <a:srgbClr val="CEA47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0" name="직사각형 139">
            <a:extLst>
              <a:ext uri="{FF2B5EF4-FFF2-40B4-BE49-F238E27FC236}">
                <a16:creationId xmlns:a16="http://schemas.microsoft.com/office/drawing/2014/main" id="{7E2FC41E-B346-6730-E0D0-D0372B6425C8}"/>
              </a:ext>
            </a:extLst>
          </p:cNvPr>
          <p:cNvSpPr/>
          <p:nvPr/>
        </p:nvSpPr>
        <p:spPr>
          <a:xfrm>
            <a:off x="3403600" y="6528816"/>
            <a:ext cx="38100" cy="25400"/>
          </a:xfrm>
          <a:prstGeom prst="rect">
            <a:avLst/>
          </a:prstGeom>
          <a:solidFill>
            <a:srgbClr val="CEA474"/>
          </a:solidFill>
          <a:ln>
            <a:solidFill>
              <a:srgbClr val="CEA47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1" name="직사각형 140">
            <a:extLst>
              <a:ext uri="{FF2B5EF4-FFF2-40B4-BE49-F238E27FC236}">
                <a16:creationId xmlns:a16="http://schemas.microsoft.com/office/drawing/2014/main" id="{757E3100-BBE6-2C20-F30C-48E1BFBEF4BD}"/>
              </a:ext>
            </a:extLst>
          </p:cNvPr>
          <p:cNvSpPr/>
          <p:nvPr/>
        </p:nvSpPr>
        <p:spPr>
          <a:xfrm>
            <a:off x="4254500" y="6035040"/>
            <a:ext cx="50800" cy="25400"/>
          </a:xfrm>
          <a:prstGeom prst="rect">
            <a:avLst/>
          </a:prstGeom>
          <a:solidFill>
            <a:srgbClr val="CEA474"/>
          </a:solidFill>
          <a:ln>
            <a:solidFill>
              <a:srgbClr val="CEA47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2" name="직사각형 141">
            <a:extLst>
              <a:ext uri="{FF2B5EF4-FFF2-40B4-BE49-F238E27FC236}">
                <a16:creationId xmlns:a16="http://schemas.microsoft.com/office/drawing/2014/main" id="{C7DBB50F-E3CD-1421-EBF7-4D76C8A4DC61}"/>
              </a:ext>
            </a:extLst>
          </p:cNvPr>
          <p:cNvSpPr/>
          <p:nvPr/>
        </p:nvSpPr>
        <p:spPr>
          <a:xfrm>
            <a:off x="5105400" y="6158484"/>
            <a:ext cx="25400" cy="25400"/>
          </a:xfrm>
          <a:prstGeom prst="rect">
            <a:avLst/>
          </a:prstGeom>
          <a:solidFill>
            <a:srgbClr val="CEA474"/>
          </a:solidFill>
          <a:ln>
            <a:solidFill>
              <a:srgbClr val="CEA47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3" name="직사각형 142">
            <a:extLst>
              <a:ext uri="{FF2B5EF4-FFF2-40B4-BE49-F238E27FC236}">
                <a16:creationId xmlns:a16="http://schemas.microsoft.com/office/drawing/2014/main" id="{2A92FBD6-7EC9-4358-AE14-F3432F0847B6}"/>
              </a:ext>
            </a:extLst>
          </p:cNvPr>
          <p:cNvSpPr/>
          <p:nvPr/>
        </p:nvSpPr>
        <p:spPr>
          <a:xfrm>
            <a:off x="5956300" y="6281928"/>
            <a:ext cx="38100" cy="25400"/>
          </a:xfrm>
          <a:prstGeom prst="rect">
            <a:avLst/>
          </a:prstGeom>
          <a:solidFill>
            <a:srgbClr val="CEA474"/>
          </a:solidFill>
          <a:ln>
            <a:solidFill>
              <a:srgbClr val="CEA47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4" name="직사각형 143">
            <a:extLst>
              <a:ext uri="{FF2B5EF4-FFF2-40B4-BE49-F238E27FC236}">
                <a16:creationId xmlns:a16="http://schemas.microsoft.com/office/drawing/2014/main" id="{2EE7EFF7-E997-CC25-F122-38CBED9E34EA}"/>
              </a:ext>
            </a:extLst>
          </p:cNvPr>
          <p:cNvSpPr/>
          <p:nvPr/>
        </p:nvSpPr>
        <p:spPr>
          <a:xfrm>
            <a:off x="6807200" y="6405372"/>
            <a:ext cx="50800" cy="25400"/>
          </a:xfrm>
          <a:prstGeom prst="rect">
            <a:avLst/>
          </a:prstGeom>
          <a:solidFill>
            <a:srgbClr val="CEA474"/>
          </a:solidFill>
          <a:ln>
            <a:solidFill>
              <a:srgbClr val="CEA47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5" name="직사각형 144">
            <a:extLst>
              <a:ext uri="{FF2B5EF4-FFF2-40B4-BE49-F238E27FC236}">
                <a16:creationId xmlns:a16="http://schemas.microsoft.com/office/drawing/2014/main" id="{437A1FE8-2C8B-D216-46B3-009C03ECA522}"/>
              </a:ext>
            </a:extLst>
          </p:cNvPr>
          <p:cNvSpPr/>
          <p:nvPr/>
        </p:nvSpPr>
        <p:spPr>
          <a:xfrm>
            <a:off x="7658100" y="6528816"/>
            <a:ext cx="25400" cy="25400"/>
          </a:xfrm>
          <a:prstGeom prst="rect">
            <a:avLst/>
          </a:prstGeom>
          <a:solidFill>
            <a:srgbClr val="CEA474"/>
          </a:solidFill>
          <a:ln>
            <a:solidFill>
              <a:srgbClr val="CEA47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6" name="직사각형 145">
            <a:extLst>
              <a:ext uri="{FF2B5EF4-FFF2-40B4-BE49-F238E27FC236}">
                <a16:creationId xmlns:a16="http://schemas.microsoft.com/office/drawing/2014/main" id="{D92E26C2-E107-63DD-BE15-AFE0959A3E43}"/>
              </a:ext>
            </a:extLst>
          </p:cNvPr>
          <p:cNvSpPr/>
          <p:nvPr/>
        </p:nvSpPr>
        <p:spPr>
          <a:xfrm>
            <a:off x="8509000" y="6035040"/>
            <a:ext cx="38100" cy="25400"/>
          </a:xfrm>
          <a:prstGeom prst="rect">
            <a:avLst/>
          </a:prstGeom>
          <a:solidFill>
            <a:srgbClr val="CEA474"/>
          </a:solidFill>
          <a:ln>
            <a:solidFill>
              <a:srgbClr val="CEA47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7" name="직사각형 146">
            <a:extLst>
              <a:ext uri="{FF2B5EF4-FFF2-40B4-BE49-F238E27FC236}">
                <a16:creationId xmlns:a16="http://schemas.microsoft.com/office/drawing/2014/main" id="{A31BA6B2-7154-F65B-BDA9-FA45AFC817C5}"/>
              </a:ext>
            </a:extLst>
          </p:cNvPr>
          <p:cNvSpPr/>
          <p:nvPr/>
        </p:nvSpPr>
        <p:spPr>
          <a:xfrm>
            <a:off x="9359900" y="6158484"/>
            <a:ext cx="50800" cy="25400"/>
          </a:xfrm>
          <a:prstGeom prst="rect">
            <a:avLst/>
          </a:prstGeom>
          <a:solidFill>
            <a:srgbClr val="CEA474"/>
          </a:solidFill>
          <a:ln>
            <a:solidFill>
              <a:srgbClr val="CEA47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8" name="직사각형 147">
            <a:extLst>
              <a:ext uri="{FF2B5EF4-FFF2-40B4-BE49-F238E27FC236}">
                <a16:creationId xmlns:a16="http://schemas.microsoft.com/office/drawing/2014/main" id="{9276F775-3F4E-547F-5BFA-D064042D1DDF}"/>
              </a:ext>
            </a:extLst>
          </p:cNvPr>
          <p:cNvSpPr/>
          <p:nvPr/>
        </p:nvSpPr>
        <p:spPr>
          <a:xfrm>
            <a:off x="10210800" y="6281928"/>
            <a:ext cx="25400" cy="25400"/>
          </a:xfrm>
          <a:prstGeom prst="rect">
            <a:avLst/>
          </a:prstGeom>
          <a:solidFill>
            <a:srgbClr val="CEA474"/>
          </a:solidFill>
          <a:ln>
            <a:solidFill>
              <a:srgbClr val="CEA47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9" name="직사각형 148">
            <a:extLst>
              <a:ext uri="{FF2B5EF4-FFF2-40B4-BE49-F238E27FC236}">
                <a16:creationId xmlns:a16="http://schemas.microsoft.com/office/drawing/2014/main" id="{F4A2851B-6E4F-68EF-E5BB-949A52CFAD0E}"/>
              </a:ext>
            </a:extLst>
          </p:cNvPr>
          <p:cNvSpPr/>
          <p:nvPr/>
        </p:nvSpPr>
        <p:spPr>
          <a:xfrm>
            <a:off x="11061700" y="6405372"/>
            <a:ext cx="38100" cy="25400"/>
          </a:xfrm>
          <a:prstGeom prst="rect">
            <a:avLst/>
          </a:prstGeom>
          <a:solidFill>
            <a:srgbClr val="CEA474"/>
          </a:solidFill>
          <a:ln>
            <a:solidFill>
              <a:srgbClr val="CEA47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0" name="직사각형 149">
            <a:extLst>
              <a:ext uri="{FF2B5EF4-FFF2-40B4-BE49-F238E27FC236}">
                <a16:creationId xmlns:a16="http://schemas.microsoft.com/office/drawing/2014/main" id="{FB59EF34-E69F-F9B7-77F7-76AC85D52FEF}"/>
              </a:ext>
            </a:extLst>
          </p:cNvPr>
          <p:cNvSpPr/>
          <p:nvPr/>
        </p:nvSpPr>
        <p:spPr>
          <a:xfrm>
            <a:off x="11912600" y="6528816"/>
            <a:ext cx="50800" cy="25400"/>
          </a:xfrm>
          <a:prstGeom prst="rect">
            <a:avLst/>
          </a:prstGeom>
          <a:solidFill>
            <a:srgbClr val="CEA474"/>
          </a:solidFill>
          <a:ln>
            <a:solidFill>
              <a:srgbClr val="CEA47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1" name="직사각형 150">
            <a:extLst>
              <a:ext uri="{FF2B5EF4-FFF2-40B4-BE49-F238E27FC236}">
                <a16:creationId xmlns:a16="http://schemas.microsoft.com/office/drawing/2014/main" id="{B2DAC99F-4F76-F39F-C2D3-5DE010683899}"/>
              </a:ext>
            </a:extLst>
          </p:cNvPr>
          <p:cNvSpPr/>
          <p:nvPr/>
        </p:nvSpPr>
        <p:spPr>
          <a:xfrm>
            <a:off x="571500" y="6035040"/>
            <a:ext cx="25400" cy="25400"/>
          </a:xfrm>
          <a:prstGeom prst="rect">
            <a:avLst/>
          </a:prstGeom>
          <a:solidFill>
            <a:srgbClr val="CEA474"/>
          </a:solidFill>
          <a:ln>
            <a:solidFill>
              <a:srgbClr val="CEA47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2" name="직사각형 151">
            <a:extLst>
              <a:ext uri="{FF2B5EF4-FFF2-40B4-BE49-F238E27FC236}">
                <a16:creationId xmlns:a16="http://schemas.microsoft.com/office/drawing/2014/main" id="{9A084D7E-DCED-CDB6-6D4E-93F792F3CA0F}"/>
              </a:ext>
            </a:extLst>
          </p:cNvPr>
          <p:cNvSpPr/>
          <p:nvPr/>
        </p:nvSpPr>
        <p:spPr>
          <a:xfrm>
            <a:off x="1422400" y="6158484"/>
            <a:ext cx="38100" cy="25400"/>
          </a:xfrm>
          <a:prstGeom prst="rect">
            <a:avLst/>
          </a:prstGeom>
          <a:solidFill>
            <a:srgbClr val="CEA474"/>
          </a:solidFill>
          <a:ln>
            <a:solidFill>
              <a:srgbClr val="CEA47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3" name="직사각형 152">
            <a:extLst>
              <a:ext uri="{FF2B5EF4-FFF2-40B4-BE49-F238E27FC236}">
                <a16:creationId xmlns:a16="http://schemas.microsoft.com/office/drawing/2014/main" id="{D9A8A5C7-753F-DD47-B2F6-AD6EBD0C6F33}"/>
              </a:ext>
            </a:extLst>
          </p:cNvPr>
          <p:cNvSpPr/>
          <p:nvPr/>
        </p:nvSpPr>
        <p:spPr>
          <a:xfrm>
            <a:off x="2273300" y="6281928"/>
            <a:ext cx="50800" cy="25400"/>
          </a:xfrm>
          <a:prstGeom prst="rect">
            <a:avLst/>
          </a:prstGeom>
          <a:solidFill>
            <a:srgbClr val="CEA474"/>
          </a:solidFill>
          <a:ln>
            <a:solidFill>
              <a:srgbClr val="CEA47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4" name="직사각형 153">
            <a:extLst>
              <a:ext uri="{FF2B5EF4-FFF2-40B4-BE49-F238E27FC236}">
                <a16:creationId xmlns:a16="http://schemas.microsoft.com/office/drawing/2014/main" id="{47A7E5CB-BCB9-4786-0324-169ECCB72FD7}"/>
              </a:ext>
            </a:extLst>
          </p:cNvPr>
          <p:cNvSpPr/>
          <p:nvPr/>
        </p:nvSpPr>
        <p:spPr>
          <a:xfrm>
            <a:off x="3124200" y="6405372"/>
            <a:ext cx="25400" cy="25400"/>
          </a:xfrm>
          <a:prstGeom prst="rect">
            <a:avLst/>
          </a:prstGeom>
          <a:solidFill>
            <a:srgbClr val="CEA474"/>
          </a:solidFill>
          <a:ln>
            <a:solidFill>
              <a:srgbClr val="CEA47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5" name="직사각형 154">
            <a:extLst>
              <a:ext uri="{FF2B5EF4-FFF2-40B4-BE49-F238E27FC236}">
                <a16:creationId xmlns:a16="http://schemas.microsoft.com/office/drawing/2014/main" id="{F894A2A9-838C-7AAA-CCC1-A4FEE4367FEE}"/>
              </a:ext>
            </a:extLst>
          </p:cNvPr>
          <p:cNvSpPr/>
          <p:nvPr/>
        </p:nvSpPr>
        <p:spPr>
          <a:xfrm>
            <a:off x="3975100" y="6528816"/>
            <a:ext cx="38100" cy="25400"/>
          </a:xfrm>
          <a:prstGeom prst="rect">
            <a:avLst/>
          </a:prstGeom>
          <a:solidFill>
            <a:srgbClr val="CEA474"/>
          </a:solidFill>
          <a:ln>
            <a:solidFill>
              <a:srgbClr val="CEA47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6" name="직사각형 155">
            <a:extLst>
              <a:ext uri="{FF2B5EF4-FFF2-40B4-BE49-F238E27FC236}">
                <a16:creationId xmlns:a16="http://schemas.microsoft.com/office/drawing/2014/main" id="{0D01FFC3-DBAD-8A3A-1212-82C82EC63037}"/>
              </a:ext>
            </a:extLst>
          </p:cNvPr>
          <p:cNvSpPr/>
          <p:nvPr/>
        </p:nvSpPr>
        <p:spPr>
          <a:xfrm>
            <a:off x="4826000" y="6035040"/>
            <a:ext cx="50800" cy="25400"/>
          </a:xfrm>
          <a:prstGeom prst="rect">
            <a:avLst/>
          </a:prstGeom>
          <a:solidFill>
            <a:srgbClr val="CEA474"/>
          </a:solidFill>
          <a:ln>
            <a:solidFill>
              <a:srgbClr val="CEA47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7" name="직사각형 156">
            <a:extLst>
              <a:ext uri="{FF2B5EF4-FFF2-40B4-BE49-F238E27FC236}">
                <a16:creationId xmlns:a16="http://schemas.microsoft.com/office/drawing/2014/main" id="{107A3400-E5C2-EDEF-2BE0-D7A6E00DF9AA}"/>
              </a:ext>
            </a:extLst>
          </p:cNvPr>
          <p:cNvSpPr/>
          <p:nvPr/>
        </p:nvSpPr>
        <p:spPr>
          <a:xfrm>
            <a:off x="5676900" y="6158484"/>
            <a:ext cx="25400" cy="25400"/>
          </a:xfrm>
          <a:prstGeom prst="rect">
            <a:avLst/>
          </a:prstGeom>
          <a:solidFill>
            <a:srgbClr val="CEA474"/>
          </a:solidFill>
          <a:ln>
            <a:solidFill>
              <a:srgbClr val="CEA47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8" name="직사각형 157">
            <a:extLst>
              <a:ext uri="{FF2B5EF4-FFF2-40B4-BE49-F238E27FC236}">
                <a16:creationId xmlns:a16="http://schemas.microsoft.com/office/drawing/2014/main" id="{9082E124-3A94-4119-AE59-E924958F64D0}"/>
              </a:ext>
            </a:extLst>
          </p:cNvPr>
          <p:cNvSpPr/>
          <p:nvPr/>
        </p:nvSpPr>
        <p:spPr>
          <a:xfrm>
            <a:off x="6527800" y="6281928"/>
            <a:ext cx="38100" cy="25400"/>
          </a:xfrm>
          <a:prstGeom prst="rect">
            <a:avLst/>
          </a:prstGeom>
          <a:solidFill>
            <a:srgbClr val="CEA474"/>
          </a:solidFill>
          <a:ln>
            <a:solidFill>
              <a:srgbClr val="CEA47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9" name="직사각형 158">
            <a:extLst>
              <a:ext uri="{FF2B5EF4-FFF2-40B4-BE49-F238E27FC236}">
                <a16:creationId xmlns:a16="http://schemas.microsoft.com/office/drawing/2014/main" id="{E91E35C8-E9A5-EDD5-76F2-7FD914BD142A}"/>
              </a:ext>
            </a:extLst>
          </p:cNvPr>
          <p:cNvSpPr/>
          <p:nvPr/>
        </p:nvSpPr>
        <p:spPr>
          <a:xfrm>
            <a:off x="7378700" y="6405372"/>
            <a:ext cx="50800" cy="25400"/>
          </a:xfrm>
          <a:prstGeom prst="rect">
            <a:avLst/>
          </a:prstGeom>
          <a:solidFill>
            <a:srgbClr val="CEA474"/>
          </a:solidFill>
          <a:ln>
            <a:solidFill>
              <a:srgbClr val="CEA47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0" name="직사각형 159">
            <a:extLst>
              <a:ext uri="{FF2B5EF4-FFF2-40B4-BE49-F238E27FC236}">
                <a16:creationId xmlns:a16="http://schemas.microsoft.com/office/drawing/2014/main" id="{FC1D8642-9EE6-3C6B-A866-1FC8F569051F}"/>
              </a:ext>
            </a:extLst>
          </p:cNvPr>
          <p:cNvSpPr/>
          <p:nvPr/>
        </p:nvSpPr>
        <p:spPr>
          <a:xfrm>
            <a:off x="8229600" y="6528816"/>
            <a:ext cx="25400" cy="25400"/>
          </a:xfrm>
          <a:prstGeom prst="rect">
            <a:avLst/>
          </a:prstGeom>
          <a:solidFill>
            <a:srgbClr val="CEA474"/>
          </a:solidFill>
          <a:ln>
            <a:solidFill>
              <a:srgbClr val="CEA47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1" name="직사각형 160">
            <a:extLst>
              <a:ext uri="{FF2B5EF4-FFF2-40B4-BE49-F238E27FC236}">
                <a16:creationId xmlns:a16="http://schemas.microsoft.com/office/drawing/2014/main" id="{5E1A030A-115A-77FF-D826-2B26BEAF4E9D}"/>
              </a:ext>
            </a:extLst>
          </p:cNvPr>
          <p:cNvSpPr/>
          <p:nvPr/>
        </p:nvSpPr>
        <p:spPr>
          <a:xfrm>
            <a:off x="9080500" y="6035040"/>
            <a:ext cx="38100" cy="25400"/>
          </a:xfrm>
          <a:prstGeom prst="rect">
            <a:avLst/>
          </a:prstGeom>
          <a:solidFill>
            <a:srgbClr val="CEA474"/>
          </a:solidFill>
          <a:ln>
            <a:solidFill>
              <a:srgbClr val="CEA47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2" name="직사각형 161">
            <a:extLst>
              <a:ext uri="{FF2B5EF4-FFF2-40B4-BE49-F238E27FC236}">
                <a16:creationId xmlns:a16="http://schemas.microsoft.com/office/drawing/2014/main" id="{8E3C7A4D-4806-5DBA-162C-620343739251}"/>
              </a:ext>
            </a:extLst>
          </p:cNvPr>
          <p:cNvSpPr/>
          <p:nvPr/>
        </p:nvSpPr>
        <p:spPr>
          <a:xfrm>
            <a:off x="9931400" y="6158484"/>
            <a:ext cx="50800" cy="25400"/>
          </a:xfrm>
          <a:prstGeom prst="rect">
            <a:avLst/>
          </a:prstGeom>
          <a:solidFill>
            <a:srgbClr val="CEA474"/>
          </a:solidFill>
          <a:ln>
            <a:solidFill>
              <a:srgbClr val="CEA47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3" name="직사각형 162">
            <a:extLst>
              <a:ext uri="{FF2B5EF4-FFF2-40B4-BE49-F238E27FC236}">
                <a16:creationId xmlns:a16="http://schemas.microsoft.com/office/drawing/2014/main" id="{FCECED6C-32E9-4D5C-07A9-07CB4781B2E4}"/>
              </a:ext>
            </a:extLst>
          </p:cNvPr>
          <p:cNvSpPr/>
          <p:nvPr/>
        </p:nvSpPr>
        <p:spPr>
          <a:xfrm>
            <a:off x="10782300" y="6281928"/>
            <a:ext cx="25400" cy="25400"/>
          </a:xfrm>
          <a:prstGeom prst="rect">
            <a:avLst/>
          </a:prstGeom>
          <a:solidFill>
            <a:srgbClr val="CEA474"/>
          </a:solidFill>
          <a:ln>
            <a:solidFill>
              <a:srgbClr val="CEA47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4" name="직사각형 163">
            <a:extLst>
              <a:ext uri="{FF2B5EF4-FFF2-40B4-BE49-F238E27FC236}">
                <a16:creationId xmlns:a16="http://schemas.microsoft.com/office/drawing/2014/main" id="{C4460A84-EB36-BC75-3903-DA5E02466C0B}"/>
              </a:ext>
            </a:extLst>
          </p:cNvPr>
          <p:cNvSpPr/>
          <p:nvPr/>
        </p:nvSpPr>
        <p:spPr>
          <a:xfrm>
            <a:off x="11633200" y="6405372"/>
            <a:ext cx="38100" cy="25400"/>
          </a:xfrm>
          <a:prstGeom prst="rect">
            <a:avLst/>
          </a:prstGeom>
          <a:solidFill>
            <a:srgbClr val="CEA474"/>
          </a:solidFill>
          <a:ln>
            <a:solidFill>
              <a:srgbClr val="CEA47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5" name="직사각형 164">
            <a:extLst>
              <a:ext uri="{FF2B5EF4-FFF2-40B4-BE49-F238E27FC236}">
                <a16:creationId xmlns:a16="http://schemas.microsoft.com/office/drawing/2014/main" id="{9D3636BC-1A7B-5817-0B88-A3078F06FE82}"/>
              </a:ext>
            </a:extLst>
          </p:cNvPr>
          <p:cNvSpPr/>
          <p:nvPr/>
        </p:nvSpPr>
        <p:spPr>
          <a:xfrm>
            <a:off x="292100" y="6528816"/>
            <a:ext cx="50800" cy="25400"/>
          </a:xfrm>
          <a:prstGeom prst="rect">
            <a:avLst/>
          </a:prstGeom>
          <a:solidFill>
            <a:srgbClr val="CEA474"/>
          </a:solidFill>
          <a:ln>
            <a:solidFill>
              <a:srgbClr val="CEA47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6" name="직사각형 165">
            <a:extLst>
              <a:ext uri="{FF2B5EF4-FFF2-40B4-BE49-F238E27FC236}">
                <a16:creationId xmlns:a16="http://schemas.microsoft.com/office/drawing/2014/main" id="{F3CD2CBD-FAE5-2429-B7A0-48FF30EA2F81}"/>
              </a:ext>
            </a:extLst>
          </p:cNvPr>
          <p:cNvSpPr/>
          <p:nvPr/>
        </p:nvSpPr>
        <p:spPr>
          <a:xfrm>
            <a:off x="1143000" y="6035040"/>
            <a:ext cx="25400" cy="25400"/>
          </a:xfrm>
          <a:prstGeom prst="rect">
            <a:avLst/>
          </a:prstGeom>
          <a:solidFill>
            <a:srgbClr val="CEA474"/>
          </a:solidFill>
          <a:ln>
            <a:solidFill>
              <a:srgbClr val="CEA47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7" name="직사각형 166">
            <a:extLst>
              <a:ext uri="{FF2B5EF4-FFF2-40B4-BE49-F238E27FC236}">
                <a16:creationId xmlns:a16="http://schemas.microsoft.com/office/drawing/2014/main" id="{2AF3399F-2F38-E833-3541-32107A9F47A9}"/>
              </a:ext>
            </a:extLst>
          </p:cNvPr>
          <p:cNvSpPr/>
          <p:nvPr/>
        </p:nvSpPr>
        <p:spPr>
          <a:xfrm>
            <a:off x="1993900" y="6158484"/>
            <a:ext cx="38100" cy="25400"/>
          </a:xfrm>
          <a:prstGeom prst="rect">
            <a:avLst/>
          </a:prstGeom>
          <a:solidFill>
            <a:srgbClr val="CEA474"/>
          </a:solidFill>
          <a:ln>
            <a:solidFill>
              <a:srgbClr val="CEA47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8" name="직사각형 167">
            <a:extLst>
              <a:ext uri="{FF2B5EF4-FFF2-40B4-BE49-F238E27FC236}">
                <a16:creationId xmlns:a16="http://schemas.microsoft.com/office/drawing/2014/main" id="{74E82FAC-DAF6-94C4-7C19-F37BE4D2AE91}"/>
              </a:ext>
            </a:extLst>
          </p:cNvPr>
          <p:cNvSpPr/>
          <p:nvPr/>
        </p:nvSpPr>
        <p:spPr>
          <a:xfrm>
            <a:off x="2844800" y="6281928"/>
            <a:ext cx="50800" cy="25400"/>
          </a:xfrm>
          <a:prstGeom prst="rect">
            <a:avLst/>
          </a:prstGeom>
          <a:solidFill>
            <a:srgbClr val="CEA474"/>
          </a:solidFill>
          <a:ln>
            <a:solidFill>
              <a:srgbClr val="CEA47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9" name="직사각형 168">
            <a:extLst>
              <a:ext uri="{FF2B5EF4-FFF2-40B4-BE49-F238E27FC236}">
                <a16:creationId xmlns:a16="http://schemas.microsoft.com/office/drawing/2014/main" id="{F88FD2CD-4B80-E7B4-B8BF-FBEC3130C4E7}"/>
              </a:ext>
            </a:extLst>
          </p:cNvPr>
          <p:cNvSpPr/>
          <p:nvPr/>
        </p:nvSpPr>
        <p:spPr>
          <a:xfrm>
            <a:off x="3695700" y="6405372"/>
            <a:ext cx="25400" cy="25400"/>
          </a:xfrm>
          <a:prstGeom prst="rect">
            <a:avLst/>
          </a:prstGeom>
          <a:solidFill>
            <a:srgbClr val="CEA474"/>
          </a:solidFill>
          <a:ln>
            <a:solidFill>
              <a:srgbClr val="CEA47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0" name="직사각형 169">
            <a:extLst>
              <a:ext uri="{FF2B5EF4-FFF2-40B4-BE49-F238E27FC236}">
                <a16:creationId xmlns:a16="http://schemas.microsoft.com/office/drawing/2014/main" id="{D5872C7C-2041-6321-3064-61F474857111}"/>
              </a:ext>
            </a:extLst>
          </p:cNvPr>
          <p:cNvSpPr/>
          <p:nvPr/>
        </p:nvSpPr>
        <p:spPr>
          <a:xfrm>
            <a:off x="4546600" y="6528816"/>
            <a:ext cx="38100" cy="25400"/>
          </a:xfrm>
          <a:prstGeom prst="rect">
            <a:avLst/>
          </a:prstGeom>
          <a:solidFill>
            <a:srgbClr val="CEA474"/>
          </a:solidFill>
          <a:ln>
            <a:solidFill>
              <a:srgbClr val="CEA47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1" name="직사각형 170">
            <a:extLst>
              <a:ext uri="{FF2B5EF4-FFF2-40B4-BE49-F238E27FC236}">
                <a16:creationId xmlns:a16="http://schemas.microsoft.com/office/drawing/2014/main" id="{A1C9B0C0-A676-C473-259F-11542196D641}"/>
              </a:ext>
            </a:extLst>
          </p:cNvPr>
          <p:cNvSpPr/>
          <p:nvPr/>
        </p:nvSpPr>
        <p:spPr>
          <a:xfrm>
            <a:off x="5397500" y="6035040"/>
            <a:ext cx="50800" cy="25400"/>
          </a:xfrm>
          <a:prstGeom prst="rect">
            <a:avLst/>
          </a:prstGeom>
          <a:solidFill>
            <a:srgbClr val="CEA474"/>
          </a:solidFill>
          <a:ln>
            <a:solidFill>
              <a:srgbClr val="CEA47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2" name="직사각형 171">
            <a:extLst>
              <a:ext uri="{FF2B5EF4-FFF2-40B4-BE49-F238E27FC236}">
                <a16:creationId xmlns:a16="http://schemas.microsoft.com/office/drawing/2014/main" id="{233F3026-79FE-F5B4-4ED4-F88B32D6620F}"/>
              </a:ext>
            </a:extLst>
          </p:cNvPr>
          <p:cNvSpPr/>
          <p:nvPr/>
        </p:nvSpPr>
        <p:spPr>
          <a:xfrm>
            <a:off x="0" y="6686550"/>
            <a:ext cx="12192000" cy="171450"/>
          </a:xfrm>
          <a:prstGeom prst="rect">
            <a:avLst/>
          </a:prstGeom>
          <a:solidFill>
            <a:srgbClr val="163130"/>
          </a:solidFill>
          <a:ln>
            <a:solidFill>
              <a:srgbClr val="16313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388182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와이드스크린</PresentationFormat>
  <Paragraphs>0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Namhyeon Go</dc:creator>
  <cp:lastModifiedBy>Namhyeon Go</cp:lastModifiedBy>
  <cp:revision>1</cp:revision>
  <dcterms:created xsi:type="dcterms:W3CDTF">2026-10-01T08:24:37Z</dcterms:created>
  <dcterms:modified xsi:type="dcterms:W3CDTF">2026-10-01T08:24:37Z</dcterms:modified>
</cp:coreProperties>
</file>