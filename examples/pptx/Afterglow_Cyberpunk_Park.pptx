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98CA4-4E25-932C-778E-ED0B804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3F030E-AECB-1E41-129C-1230649D4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BA71F-1249-F72F-C7A7-1FB263C59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93D79B-B709-7AF4-EC27-EF504C13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F763F-7E1F-12A7-C218-5F61C26C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9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6B85F-87B6-DE0A-8559-529569EE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416DB2-FDBF-9A08-EEEC-926BCD324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69E82D-86EA-C8F1-DC1B-4FC81314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80E6AF-DBA2-6DC7-AF2A-131046F76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3A42D7-DB6F-E0A1-DE43-199ED772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32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92FEC-7756-DCB9-3A89-B2C06FD2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7836B8-7287-4B3B-A666-697124251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D6DDED-E25C-09A3-3291-D2C07654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D2179C-E0C0-53A5-F3FD-AEE21504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535C32-4EF6-6A67-E2B8-E7361CFC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54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B57E21-A510-C2FC-7929-A7A23FAA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616A9-C005-5F5F-9DE4-FAF4604C4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A9B397-4596-BE54-7D59-D8088E75B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A9FF0C-43D6-BCD2-DB29-C4D0F236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8050DD-2EB6-D597-D875-7A269E59A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A789CE-75D2-F0DA-259E-08AA36507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456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E5A01-3766-DD88-D974-20D43C30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6CCF38-D61C-1C47-C4DF-83F91212F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78A9DE-140A-E874-7665-0EE8D9454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875554-738F-D66C-AE3A-FE9ADBFF0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C7264D-8E15-1814-8889-4F3067B31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6008E1-5315-04DD-3EBD-143EDD74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4A91CC-0268-1ABA-64E1-293C4681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303032-4ABB-28D6-63BC-1D7DAB3B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0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98510-8DA5-2714-003A-6064DE6E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A5E6FC-A348-94A0-62C3-4FAF2193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97F3CF-3F22-F3AB-C29A-959B21C58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C161A0-8D30-F03D-7C17-23D0BDE0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03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D78D7D-C3EB-0E4F-9598-B40B7138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F2AFA9-AA92-CC14-3CE6-D3AC17429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8C2BB-9DDB-9DDB-451C-8D543FA8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94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91603-1DEB-7900-771D-B0650E86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DBD7DE-A6D6-2DCB-C42B-1C7C7850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1F7741-443C-D640-3E0F-4976F7809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4E07CE-4539-C5F6-8ECF-99481308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581017-D4EE-3EEB-4CD4-A8279EE85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E1EE0D-B0A0-4064-EE9C-0782C9A5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A5E26-45D9-4649-4D19-AE587245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1BA2F8-B39E-0D0E-9213-BCD1D8011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9094B9-A8BD-50B6-0B65-0755716A2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DAB3C-1F77-474F-3B97-6674ACBA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8D117A-7862-92E9-82A9-16BC6047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8C069B-5374-24CA-4FDC-8DB22752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84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76A16-9FC5-813D-2F40-3F2C5EDF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86AD1B-9713-2795-8DBD-C6BAA56B7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AEA8CB-28CF-7D7A-65AD-E3C7DD79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D224D-6ADC-DC8A-65C7-E65B4329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8563C-B9F7-6F07-C07B-4B61DE76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77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D65A8F-2AFD-6D7F-1F21-DF93C46CE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413731-DF7F-550C-39A1-739253640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96EE53-6B9E-CACA-9B87-1CA55960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67C4-74A9-53F6-5A24-F54B7C0DD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AD210-36DC-2DB5-7822-5837AED9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59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5FF7A5-7EE7-AEDE-DF7C-8D9D3875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B173D0-71BE-8F05-6B68-C99FA2614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2EB19E-AB10-0B3E-8D1F-C6F74F648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589F0-79C5-4D03-BE17-F901A293DE85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2EE5F3-44E5-1530-291E-72C580B5C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D49698-3F1E-0F8A-8592-D1090EC55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8B6C2-C261-40CE-B957-21DDEA36D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5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732A1B-F3DC-3898-A311-282B3CCA62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D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A5197D-2F05-CEE4-C58B-DA9B4D10D9BF}"/>
              </a:ext>
            </a:extLst>
          </p:cNvPr>
          <p:cNvSpPr/>
          <p:nvPr/>
        </p:nvSpPr>
        <p:spPr>
          <a:xfrm>
            <a:off x="0" y="0"/>
            <a:ext cx="12192000" cy="3683000"/>
          </a:xfrm>
          <a:prstGeom prst="rect">
            <a:avLst/>
          </a:prstGeom>
          <a:solidFill>
            <a:srgbClr val="0D16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2D0C8B4-4CA2-7AFF-2982-265AD8D2B6FE}"/>
              </a:ext>
            </a:extLst>
          </p:cNvPr>
          <p:cNvSpPr/>
          <p:nvPr/>
        </p:nvSpPr>
        <p:spPr>
          <a:xfrm>
            <a:off x="8445500" y="457200"/>
            <a:ext cx="2324100" cy="2324100"/>
          </a:xfrm>
          <a:prstGeom prst="ellipse">
            <a:avLst/>
          </a:prstGeom>
          <a:solidFill>
            <a:srgbClr val="F739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96D9B31-F365-7B83-6B39-C0EF6272ED4F}"/>
              </a:ext>
            </a:extLst>
          </p:cNvPr>
          <p:cNvSpPr/>
          <p:nvPr/>
        </p:nvSpPr>
        <p:spPr>
          <a:xfrm>
            <a:off x="8813800" y="812800"/>
            <a:ext cx="1600200" cy="1600200"/>
          </a:xfrm>
          <a:prstGeom prst="ellipse">
            <a:avLst/>
          </a:prstGeom>
          <a:solidFill>
            <a:srgbClr val="FFAA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1A0266-DF13-8AA6-7F65-A10A3CD13FC8}"/>
              </a:ext>
            </a:extLst>
          </p:cNvPr>
          <p:cNvSpPr/>
          <p:nvPr/>
        </p:nvSpPr>
        <p:spPr>
          <a:xfrm>
            <a:off x="0" y="2794000"/>
            <a:ext cx="889000" cy="19431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AD6DD1-E357-4E64-DBFB-7A6BEC18CA41}"/>
              </a:ext>
            </a:extLst>
          </p:cNvPr>
          <p:cNvSpPr/>
          <p:nvPr/>
        </p:nvSpPr>
        <p:spPr>
          <a:xfrm>
            <a:off x="977900" y="2374900"/>
            <a:ext cx="863600" cy="23622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FF3A7A-A041-E4C6-4138-DFDA25D13AE7}"/>
              </a:ext>
            </a:extLst>
          </p:cNvPr>
          <p:cNvSpPr/>
          <p:nvPr/>
        </p:nvSpPr>
        <p:spPr>
          <a:xfrm>
            <a:off x="1955800" y="2857500"/>
            <a:ext cx="762000" cy="18796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257DCF-A992-C9C6-9026-360F716DCAC5}"/>
              </a:ext>
            </a:extLst>
          </p:cNvPr>
          <p:cNvSpPr/>
          <p:nvPr/>
        </p:nvSpPr>
        <p:spPr>
          <a:xfrm>
            <a:off x="2819400" y="2159000"/>
            <a:ext cx="977900" cy="25781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24FF38-2B25-2708-9A98-B3DAB48E14D2}"/>
              </a:ext>
            </a:extLst>
          </p:cNvPr>
          <p:cNvSpPr/>
          <p:nvPr/>
        </p:nvSpPr>
        <p:spPr>
          <a:xfrm>
            <a:off x="3911600" y="2743200"/>
            <a:ext cx="850900" cy="19939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70EDB6-31DF-4AB2-E8A2-E5852E99FBDD}"/>
              </a:ext>
            </a:extLst>
          </p:cNvPr>
          <p:cNvSpPr/>
          <p:nvPr/>
        </p:nvSpPr>
        <p:spPr>
          <a:xfrm>
            <a:off x="4876800" y="2362200"/>
            <a:ext cx="736600" cy="23749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8FB794-7200-B25A-C9FC-D4AF564F59E0}"/>
              </a:ext>
            </a:extLst>
          </p:cNvPr>
          <p:cNvSpPr/>
          <p:nvPr/>
        </p:nvSpPr>
        <p:spPr>
          <a:xfrm>
            <a:off x="5727700" y="2882900"/>
            <a:ext cx="965200" cy="18542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7CF359-2AD2-EF7A-7059-4F794B38ABE6}"/>
              </a:ext>
            </a:extLst>
          </p:cNvPr>
          <p:cNvSpPr/>
          <p:nvPr/>
        </p:nvSpPr>
        <p:spPr>
          <a:xfrm>
            <a:off x="6832600" y="2057400"/>
            <a:ext cx="812800" cy="26797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EEBAE75-D5A8-A4BF-4F4D-727433BC4DB9}"/>
              </a:ext>
            </a:extLst>
          </p:cNvPr>
          <p:cNvSpPr/>
          <p:nvPr/>
        </p:nvSpPr>
        <p:spPr>
          <a:xfrm>
            <a:off x="7759700" y="2641600"/>
            <a:ext cx="914400" cy="20955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1D39FD-F057-A597-AC21-6BB224E0CA37}"/>
              </a:ext>
            </a:extLst>
          </p:cNvPr>
          <p:cNvSpPr/>
          <p:nvPr/>
        </p:nvSpPr>
        <p:spPr>
          <a:xfrm>
            <a:off x="8813800" y="2247900"/>
            <a:ext cx="901700" cy="24892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C8677E5-2F15-9F12-333E-85C6B56922FD}"/>
              </a:ext>
            </a:extLst>
          </p:cNvPr>
          <p:cNvSpPr/>
          <p:nvPr/>
        </p:nvSpPr>
        <p:spPr>
          <a:xfrm>
            <a:off x="9842500" y="2743200"/>
            <a:ext cx="838200" cy="19939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B54FDF-3238-210E-0720-AC15DBE6D99C}"/>
              </a:ext>
            </a:extLst>
          </p:cNvPr>
          <p:cNvSpPr/>
          <p:nvPr/>
        </p:nvSpPr>
        <p:spPr>
          <a:xfrm>
            <a:off x="10807700" y="2133600"/>
            <a:ext cx="800100" cy="26035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A423CB-E2E0-A4F2-6837-521F39429EA6}"/>
              </a:ext>
            </a:extLst>
          </p:cNvPr>
          <p:cNvSpPr/>
          <p:nvPr/>
        </p:nvSpPr>
        <p:spPr>
          <a:xfrm>
            <a:off x="11722100" y="2667000"/>
            <a:ext cx="469900" cy="2070100"/>
          </a:xfrm>
          <a:prstGeom prst="rect">
            <a:avLst/>
          </a:prstGeom>
          <a:solidFill>
            <a:srgbClr val="121F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55FF55-0443-9B49-0642-C14D6CC9BCD9}"/>
              </a:ext>
            </a:extLst>
          </p:cNvPr>
          <p:cNvSpPr/>
          <p:nvPr/>
        </p:nvSpPr>
        <p:spPr>
          <a:xfrm>
            <a:off x="152400" y="2565400"/>
            <a:ext cx="50800" cy="127000"/>
          </a:xfrm>
          <a:prstGeom prst="rect">
            <a:avLst/>
          </a:prstGeom>
          <a:solidFill>
            <a:srgbClr val="FF44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2E4798-1287-18D0-AD04-321C18578AC1}"/>
              </a:ext>
            </a:extLst>
          </p:cNvPr>
          <p:cNvSpPr/>
          <p:nvPr/>
        </p:nvSpPr>
        <p:spPr>
          <a:xfrm>
            <a:off x="698500" y="30353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775477-23E1-9C86-70C8-F4A8BF1413CB}"/>
              </a:ext>
            </a:extLst>
          </p:cNvPr>
          <p:cNvSpPr/>
          <p:nvPr/>
        </p:nvSpPr>
        <p:spPr>
          <a:xfrm>
            <a:off x="1244600" y="35052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FC314E4-087F-B8E4-CB62-762B24229B58}"/>
              </a:ext>
            </a:extLst>
          </p:cNvPr>
          <p:cNvSpPr/>
          <p:nvPr/>
        </p:nvSpPr>
        <p:spPr>
          <a:xfrm>
            <a:off x="1790700" y="3975100"/>
            <a:ext cx="50800" cy="127000"/>
          </a:xfrm>
          <a:prstGeom prst="rect">
            <a:avLst/>
          </a:prstGeom>
          <a:solidFill>
            <a:srgbClr val="FF44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9E8F48-0570-3E81-1FEC-B0ABC0390A04}"/>
              </a:ext>
            </a:extLst>
          </p:cNvPr>
          <p:cNvSpPr/>
          <p:nvPr/>
        </p:nvSpPr>
        <p:spPr>
          <a:xfrm>
            <a:off x="2336800" y="26416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870B4EF-5967-D458-6BC1-2871CAD378AE}"/>
              </a:ext>
            </a:extLst>
          </p:cNvPr>
          <p:cNvSpPr/>
          <p:nvPr/>
        </p:nvSpPr>
        <p:spPr>
          <a:xfrm>
            <a:off x="2882900" y="31115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ADA337B-F792-AB55-BD72-D230F9BCCF5E}"/>
              </a:ext>
            </a:extLst>
          </p:cNvPr>
          <p:cNvSpPr/>
          <p:nvPr/>
        </p:nvSpPr>
        <p:spPr>
          <a:xfrm>
            <a:off x="3429000" y="3581400"/>
            <a:ext cx="50800" cy="127000"/>
          </a:xfrm>
          <a:prstGeom prst="rect">
            <a:avLst/>
          </a:prstGeom>
          <a:solidFill>
            <a:srgbClr val="FF44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2928268-878C-9F7E-47D9-C633C014A866}"/>
              </a:ext>
            </a:extLst>
          </p:cNvPr>
          <p:cNvSpPr/>
          <p:nvPr/>
        </p:nvSpPr>
        <p:spPr>
          <a:xfrm>
            <a:off x="3975100" y="40513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28CF4C3-0B36-4F01-10C7-44D63884AAF2}"/>
              </a:ext>
            </a:extLst>
          </p:cNvPr>
          <p:cNvSpPr/>
          <p:nvPr/>
        </p:nvSpPr>
        <p:spPr>
          <a:xfrm>
            <a:off x="4521200" y="27178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D6D135-5ABB-B623-E7C1-15DE44D1ADE6}"/>
              </a:ext>
            </a:extLst>
          </p:cNvPr>
          <p:cNvSpPr/>
          <p:nvPr/>
        </p:nvSpPr>
        <p:spPr>
          <a:xfrm>
            <a:off x="5067300" y="3187700"/>
            <a:ext cx="50800" cy="127000"/>
          </a:xfrm>
          <a:prstGeom prst="rect">
            <a:avLst/>
          </a:prstGeom>
          <a:solidFill>
            <a:srgbClr val="FF44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2A20E98-799E-67DC-664F-45408D79C43C}"/>
              </a:ext>
            </a:extLst>
          </p:cNvPr>
          <p:cNvSpPr/>
          <p:nvPr/>
        </p:nvSpPr>
        <p:spPr>
          <a:xfrm>
            <a:off x="5613400" y="36576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EBD0F8-198F-D99F-A776-33E7B5F07DC0}"/>
              </a:ext>
            </a:extLst>
          </p:cNvPr>
          <p:cNvSpPr/>
          <p:nvPr/>
        </p:nvSpPr>
        <p:spPr>
          <a:xfrm>
            <a:off x="6159500" y="41275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D3F132B-37AD-9B50-AE54-CEF98B7D4965}"/>
              </a:ext>
            </a:extLst>
          </p:cNvPr>
          <p:cNvSpPr/>
          <p:nvPr/>
        </p:nvSpPr>
        <p:spPr>
          <a:xfrm>
            <a:off x="6705600" y="2794000"/>
            <a:ext cx="50800" cy="127000"/>
          </a:xfrm>
          <a:prstGeom prst="rect">
            <a:avLst/>
          </a:prstGeom>
          <a:solidFill>
            <a:srgbClr val="FF44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D7E4E42-377C-BEB7-0746-51E4DB4B68A4}"/>
              </a:ext>
            </a:extLst>
          </p:cNvPr>
          <p:cNvSpPr/>
          <p:nvPr/>
        </p:nvSpPr>
        <p:spPr>
          <a:xfrm>
            <a:off x="7251700" y="32639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ACC1183-912E-27F9-6E55-C00A5123A1CB}"/>
              </a:ext>
            </a:extLst>
          </p:cNvPr>
          <p:cNvSpPr/>
          <p:nvPr/>
        </p:nvSpPr>
        <p:spPr>
          <a:xfrm>
            <a:off x="7797800" y="37338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742D2AC-DCE6-325E-08DB-D29E66EB89E9}"/>
              </a:ext>
            </a:extLst>
          </p:cNvPr>
          <p:cNvSpPr/>
          <p:nvPr/>
        </p:nvSpPr>
        <p:spPr>
          <a:xfrm>
            <a:off x="8343900" y="4203700"/>
            <a:ext cx="50800" cy="127000"/>
          </a:xfrm>
          <a:prstGeom prst="rect">
            <a:avLst/>
          </a:prstGeom>
          <a:solidFill>
            <a:srgbClr val="FF44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DFEF1B9-AC70-EB43-E8A4-17DA5AA0241F}"/>
              </a:ext>
            </a:extLst>
          </p:cNvPr>
          <p:cNvSpPr/>
          <p:nvPr/>
        </p:nvSpPr>
        <p:spPr>
          <a:xfrm>
            <a:off x="8890000" y="28702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043DFFE-EF2B-69D0-C7F8-F094B19A9D14}"/>
              </a:ext>
            </a:extLst>
          </p:cNvPr>
          <p:cNvSpPr/>
          <p:nvPr/>
        </p:nvSpPr>
        <p:spPr>
          <a:xfrm>
            <a:off x="9436100" y="33401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CEB593-EEFC-E40E-5B0D-705E759D255F}"/>
              </a:ext>
            </a:extLst>
          </p:cNvPr>
          <p:cNvSpPr/>
          <p:nvPr/>
        </p:nvSpPr>
        <p:spPr>
          <a:xfrm>
            <a:off x="9982200" y="3810000"/>
            <a:ext cx="50800" cy="127000"/>
          </a:xfrm>
          <a:prstGeom prst="rect">
            <a:avLst/>
          </a:prstGeom>
          <a:solidFill>
            <a:srgbClr val="FF44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503DDB-62BE-A9C1-8938-FC0D33E2302E}"/>
              </a:ext>
            </a:extLst>
          </p:cNvPr>
          <p:cNvSpPr/>
          <p:nvPr/>
        </p:nvSpPr>
        <p:spPr>
          <a:xfrm>
            <a:off x="10528300" y="42799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4E8EEEE-D5F6-F28B-7764-BB8533E1BB10}"/>
              </a:ext>
            </a:extLst>
          </p:cNvPr>
          <p:cNvSpPr/>
          <p:nvPr/>
        </p:nvSpPr>
        <p:spPr>
          <a:xfrm>
            <a:off x="11074400" y="2946400"/>
            <a:ext cx="50800" cy="127000"/>
          </a:xfrm>
          <a:prstGeom prst="rect">
            <a:avLst/>
          </a:prstGeom>
          <a:solidFill>
            <a:srgbClr val="35D3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A782971-5476-DFAB-6A9D-AE516D6FC749}"/>
              </a:ext>
            </a:extLst>
          </p:cNvPr>
          <p:cNvSpPr/>
          <p:nvPr/>
        </p:nvSpPr>
        <p:spPr>
          <a:xfrm>
            <a:off x="11620500" y="3416300"/>
            <a:ext cx="50800" cy="127000"/>
          </a:xfrm>
          <a:prstGeom prst="rect">
            <a:avLst/>
          </a:prstGeom>
          <a:solidFill>
            <a:srgbClr val="FF44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D866891-466B-F8AA-4DFF-F4CB6CE52FF6}"/>
              </a:ext>
            </a:extLst>
          </p:cNvPr>
          <p:cNvSpPr/>
          <p:nvPr/>
        </p:nvSpPr>
        <p:spPr>
          <a:xfrm>
            <a:off x="228600" y="1879600"/>
            <a:ext cx="1041400" cy="2768600"/>
          </a:xfrm>
          <a:prstGeom prst="rect">
            <a:avLst/>
          </a:prstGeom>
          <a:solidFill>
            <a:srgbClr val="0A12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EFE5D18-339F-D1B8-54CE-0CDA8E0A0373}"/>
              </a:ext>
            </a:extLst>
          </p:cNvPr>
          <p:cNvSpPr/>
          <p:nvPr/>
        </p:nvSpPr>
        <p:spPr>
          <a:xfrm>
            <a:off x="1473200" y="1600200"/>
            <a:ext cx="876300" cy="3048000"/>
          </a:xfrm>
          <a:prstGeom prst="rect">
            <a:avLst/>
          </a:prstGeom>
          <a:solidFill>
            <a:srgbClr val="0C14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C0967AF-B1E9-48B9-E384-D76737D0C8C2}"/>
              </a:ext>
            </a:extLst>
          </p:cNvPr>
          <p:cNvSpPr/>
          <p:nvPr/>
        </p:nvSpPr>
        <p:spPr>
          <a:xfrm>
            <a:off x="9906000" y="1727200"/>
            <a:ext cx="965200" cy="2921000"/>
          </a:xfrm>
          <a:prstGeom prst="rect">
            <a:avLst/>
          </a:prstGeom>
          <a:solidFill>
            <a:srgbClr val="0A122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21511A-50DA-DF02-617D-3F8678A5CB96}"/>
              </a:ext>
            </a:extLst>
          </p:cNvPr>
          <p:cNvSpPr/>
          <p:nvPr/>
        </p:nvSpPr>
        <p:spPr>
          <a:xfrm>
            <a:off x="11010900" y="1917700"/>
            <a:ext cx="965200" cy="2730500"/>
          </a:xfrm>
          <a:prstGeom prst="rect">
            <a:avLst/>
          </a:prstGeom>
          <a:solidFill>
            <a:srgbClr val="0B13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AAF313B-688F-32DD-C92A-0D6769B91810}"/>
              </a:ext>
            </a:extLst>
          </p:cNvPr>
          <p:cNvSpPr/>
          <p:nvPr/>
        </p:nvSpPr>
        <p:spPr>
          <a:xfrm>
            <a:off x="317500" y="2209800"/>
            <a:ext cx="88900" cy="152400"/>
          </a:xfrm>
          <a:prstGeom prst="rect">
            <a:avLst/>
          </a:prstGeom>
          <a:solidFill>
            <a:srgbClr val="FF46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B36A5E4-2532-3572-F1B1-08F9B7EB5B0C}"/>
              </a:ext>
            </a:extLst>
          </p:cNvPr>
          <p:cNvSpPr/>
          <p:nvPr/>
        </p:nvSpPr>
        <p:spPr>
          <a:xfrm>
            <a:off x="10033000" y="2082800"/>
            <a:ext cx="88900" cy="152400"/>
          </a:xfrm>
          <a:prstGeom prst="rect">
            <a:avLst/>
          </a:prstGeom>
          <a:solidFill>
            <a:srgbClr val="FFB2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F1F3F75-372A-BB77-99AB-4AB192FFB7DE}"/>
              </a:ext>
            </a:extLst>
          </p:cNvPr>
          <p:cNvSpPr/>
          <p:nvPr/>
        </p:nvSpPr>
        <p:spPr>
          <a:xfrm>
            <a:off x="533400" y="22098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006202B-8AE9-1CE5-05D8-66494544F951}"/>
              </a:ext>
            </a:extLst>
          </p:cNvPr>
          <p:cNvSpPr/>
          <p:nvPr/>
        </p:nvSpPr>
        <p:spPr>
          <a:xfrm>
            <a:off x="10223500" y="2082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EC1E4F0-BA17-D1FD-CE00-75E28416196C}"/>
              </a:ext>
            </a:extLst>
          </p:cNvPr>
          <p:cNvSpPr/>
          <p:nvPr/>
        </p:nvSpPr>
        <p:spPr>
          <a:xfrm>
            <a:off x="749300" y="22098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88B0C84-EB58-2BE5-3530-F228A7DA6A8D}"/>
              </a:ext>
            </a:extLst>
          </p:cNvPr>
          <p:cNvSpPr/>
          <p:nvPr/>
        </p:nvSpPr>
        <p:spPr>
          <a:xfrm>
            <a:off x="10414000" y="2082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8E1A3E-4E1D-336E-76D8-7FE5AFBC8184}"/>
              </a:ext>
            </a:extLst>
          </p:cNvPr>
          <p:cNvSpPr/>
          <p:nvPr/>
        </p:nvSpPr>
        <p:spPr>
          <a:xfrm>
            <a:off x="965200" y="2209800"/>
            <a:ext cx="88900" cy="152400"/>
          </a:xfrm>
          <a:prstGeom prst="rect">
            <a:avLst/>
          </a:prstGeom>
          <a:solidFill>
            <a:srgbClr val="FF46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4779FD5-69F4-769E-9A30-C2933DA424D6}"/>
              </a:ext>
            </a:extLst>
          </p:cNvPr>
          <p:cNvSpPr/>
          <p:nvPr/>
        </p:nvSpPr>
        <p:spPr>
          <a:xfrm>
            <a:off x="10604500" y="2082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020ED2B-D5AA-69AD-C375-919A03BA5671}"/>
              </a:ext>
            </a:extLst>
          </p:cNvPr>
          <p:cNvSpPr/>
          <p:nvPr/>
        </p:nvSpPr>
        <p:spPr>
          <a:xfrm>
            <a:off x="317500" y="26416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974935F-6A00-967A-59D8-6627CC8D4027}"/>
              </a:ext>
            </a:extLst>
          </p:cNvPr>
          <p:cNvSpPr/>
          <p:nvPr/>
        </p:nvSpPr>
        <p:spPr>
          <a:xfrm>
            <a:off x="10033000" y="2527300"/>
            <a:ext cx="88900" cy="152400"/>
          </a:xfrm>
          <a:prstGeom prst="rect">
            <a:avLst/>
          </a:prstGeom>
          <a:solidFill>
            <a:srgbClr val="FFB2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DC31ECA-1545-7269-D1D6-94A0F8973A11}"/>
              </a:ext>
            </a:extLst>
          </p:cNvPr>
          <p:cNvSpPr/>
          <p:nvPr/>
        </p:nvSpPr>
        <p:spPr>
          <a:xfrm>
            <a:off x="533400" y="26416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E80C22C-8862-034F-3D3F-38C2BB13D14D}"/>
              </a:ext>
            </a:extLst>
          </p:cNvPr>
          <p:cNvSpPr/>
          <p:nvPr/>
        </p:nvSpPr>
        <p:spPr>
          <a:xfrm>
            <a:off x="10223500" y="25273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8E2074E-99BF-ACC0-CA23-E8F4AC56E66D}"/>
              </a:ext>
            </a:extLst>
          </p:cNvPr>
          <p:cNvSpPr/>
          <p:nvPr/>
        </p:nvSpPr>
        <p:spPr>
          <a:xfrm>
            <a:off x="749300" y="2641600"/>
            <a:ext cx="88900" cy="152400"/>
          </a:xfrm>
          <a:prstGeom prst="rect">
            <a:avLst/>
          </a:prstGeom>
          <a:solidFill>
            <a:srgbClr val="FF46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62CF56A-A242-AE21-D237-79D67D8CB807}"/>
              </a:ext>
            </a:extLst>
          </p:cNvPr>
          <p:cNvSpPr/>
          <p:nvPr/>
        </p:nvSpPr>
        <p:spPr>
          <a:xfrm>
            <a:off x="10414000" y="25273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6B4E82D-817E-F993-AD95-90D346D695ED}"/>
              </a:ext>
            </a:extLst>
          </p:cNvPr>
          <p:cNvSpPr/>
          <p:nvPr/>
        </p:nvSpPr>
        <p:spPr>
          <a:xfrm>
            <a:off x="965200" y="26416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1AF9C24-D47A-A5FC-7C7C-6E167324D430}"/>
              </a:ext>
            </a:extLst>
          </p:cNvPr>
          <p:cNvSpPr/>
          <p:nvPr/>
        </p:nvSpPr>
        <p:spPr>
          <a:xfrm>
            <a:off x="10604500" y="25273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031A3FB-C46D-4870-BD34-D43C78ABB061}"/>
              </a:ext>
            </a:extLst>
          </p:cNvPr>
          <p:cNvSpPr/>
          <p:nvPr/>
        </p:nvSpPr>
        <p:spPr>
          <a:xfrm>
            <a:off x="317500" y="30734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2B43790-5507-E45D-E413-37DD737D8BAF}"/>
              </a:ext>
            </a:extLst>
          </p:cNvPr>
          <p:cNvSpPr/>
          <p:nvPr/>
        </p:nvSpPr>
        <p:spPr>
          <a:xfrm>
            <a:off x="10033000" y="2971800"/>
            <a:ext cx="88900" cy="152400"/>
          </a:xfrm>
          <a:prstGeom prst="rect">
            <a:avLst/>
          </a:prstGeom>
          <a:solidFill>
            <a:srgbClr val="FFB2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10369A7-3F43-3A44-F1D6-7C67A9D0AB42}"/>
              </a:ext>
            </a:extLst>
          </p:cNvPr>
          <p:cNvSpPr/>
          <p:nvPr/>
        </p:nvSpPr>
        <p:spPr>
          <a:xfrm>
            <a:off x="533400" y="3073400"/>
            <a:ext cx="88900" cy="152400"/>
          </a:xfrm>
          <a:prstGeom prst="rect">
            <a:avLst/>
          </a:prstGeom>
          <a:solidFill>
            <a:srgbClr val="FF46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8D3A267-A483-4D5E-F9A3-B9F1B8F57A4A}"/>
              </a:ext>
            </a:extLst>
          </p:cNvPr>
          <p:cNvSpPr/>
          <p:nvPr/>
        </p:nvSpPr>
        <p:spPr>
          <a:xfrm>
            <a:off x="10223500" y="2971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DB4429D-7D21-FD8D-37B0-716F3F3CB822}"/>
              </a:ext>
            </a:extLst>
          </p:cNvPr>
          <p:cNvSpPr/>
          <p:nvPr/>
        </p:nvSpPr>
        <p:spPr>
          <a:xfrm>
            <a:off x="749300" y="30734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051B34D-A555-31AD-9637-B209FA4DB1EE}"/>
              </a:ext>
            </a:extLst>
          </p:cNvPr>
          <p:cNvSpPr/>
          <p:nvPr/>
        </p:nvSpPr>
        <p:spPr>
          <a:xfrm>
            <a:off x="10414000" y="2971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360AA39-B5E6-B297-7C1A-104DD9A147B9}"/>
              </a:ext>
            </a:extLst>
          </p:cNvPr>
          <p:cNvSpPr/>
          <p:nvPr/>
        </p:nvSpPr>
        <p:spPr>
          <a:xfrm>
            <a:off x="965200" y="30734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59D6F09-33F7-1F0F-6AAB-030CE801C89F}"/>
              </a:ext>
            </a:extLst>
          </p:cNvPr>
          <p:cNvSpPr/>
          <p:nvPr/>
        </p:nvSpPr>
        <p:spPr>
          <a:xfrm>
            <a:off x="10604500" y="2971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028BD12-2067-D3E3-97BE-E6140F435239}"/>
              </a:ext>
            </a:extLst>
          </p:cNvPr>
          <p:cNvSpPr/>
          <p:nvPr/>
        </p:nvSpPr>
        <p:spPr>
          <a:xfrm>
            <a:off x="317500" y="3505200"/>
            <a:ext cx="88900" cy="152400"/>
          </a:xfrm>
          <a:prstGeom prst="rect">
            <a:avLst/>
          </a:prstGeom>
          <a:solidFill>
            <a:srgbClr val="FF46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BE434B4-56B9-5398-FA38-9D3754139CB1}"/>
              </a:ext>
            </a:extLst>
          </p:cNvPr>
          <p:cNvSpPr/>
          <p:nvPr/>
        </p:nvSpPr>
        <p:spPr>
          <a:xfrm>
            <a:off x="10033000" y="3416300"/>
            <a:ext cx="88900" cy="152400"/>
          </a:xfrm>
          <a:prstGeom prst="rect">
            <a:avLst/>
          </a:prstGeom>
          <a:solidFill>
            <a:srgbClr val="FFB2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1B117AB-0FD1-B577-8E09-4D4934DD9B38}"/>
              </a:ext>
            </a:extLst>
          </p:cNvPr>
          <p:cNvSpPr/>
          <p:nvPr/>
        </p:nvSpPr>
        <p:spPr>
          <a:xfrm>
            <a:off x="533400" y="35052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1B9BCFE-E7EB-4BBE-F81E-2D3149361A32}"/>
              </a:ext>
            </a:extLst>
          </p:cNvPr>
          <p:cNvSpPr/>
          <p:nvPr/>
        </p:nvSpPr>
        <p:spPr>
          <a:xfrm>
            <a:off x="10223500" y="34163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B4A7D90-0A31-8064-0E3E-6218DD881FCB}"/>
              </a:ext>
            </a:extLst>
          </p:cNvPr>
          <p:cNvSpPr/>
          <p:nvPr/>
        </p:nvSpPr>
        <p:spPr>
          <a:xfrm>
            <a:off x="749300" y="35052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B949C1A-69C3-D696-7068-AB2A469FC6DF}"/>
              </a:ext>
            </a:extLst>
          </p:cNvPr>
          <p:cNvSpPr/>
          <p:nvPr/>
        </p:nvSpPr>
        <p:spPr>
          <a:xfrm>
            <a:off x="10414000" y="34163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45671BF-50C9-FBEF-F97D-AB0EAE564F5D}"/>
              </a:ext>
            </a:extLst>
          </p:cNvPr>
          <p:cNvSpPr/>
          <p:nvPr/>
        </p:nvSpPr>
        <p:spPr>
          <a:xfrm>
            <a:off x="965200" y="3505200"/>
            <a:ext cx="88900" cy="152400"/>
          </a:xfrm>
          <a:prstGeom prst="rect">
            <a:avLst/>
          </a:prstGeom>
          <a:solidFill>
            <a:srgbClr val="FF46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9489FCA-ADFE-8714-E784-CBF7BC46C5CB}"/>
              </a:ext>
            </a:extLst>
          </p:cNvPr>
          <p:cNvSpPr/>
          <p:nvPr/>
        </p:nvSpPr>
        <p:spPr>
          <a:xfrm>
            <a:off x="10604500" y="34163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AC1DD7A-FEBB-15EA-89DB-29356EEDB36B}"/>
              </a:ext>
            </a:extLst>
          </p:cNvPr>
          <p:cNvSpPr/>
          <p:nvPr/>
        </p:nvSpPr>
        <p:spPr>
          <a:xfrm>
            <a:off x="317500" y="39370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9DC74FE-3E6B-BEEB-928A-ACCF33CE48A1}"/>
              </a:ext>
            </a:extLst>
          </p:cNvPr>
          <p:cNvSpPr/>
          <p:nvPr/>
        </p:nvSpPr>
        <p:spPr>
          <a:xfrm>
            <a:off x="10033000" y="3860800"/>
            <a:ext cx="88900" cy="152400"/>
          </a:xfrm>
          <a:prstGeom prst="rect">
            <a:avLst/>
          </a:prstGeom>
          <a:solidFill>
            <a:srgbClr val="FFB2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67C8B97-E871-AC92-E508-DFAFB45B3480}"/>
              </a:ext>
            </a:extLst>
          </p:cNvPr>
          <p:cNvSpPr/>
          <p:nvPr/>
        </p:nvSpPr>
        <p:spPr>
          <a:xfrm>
            <a:off x="533400" y="39370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3C70038-162B-81AD-83C3-BC8D7C992446}"/>
              </a:ext>
            </a:extLst>
          </p:cNvPr>
          <p:cNvSpPr/>
          <p:nvPr/>
        </p:nvSpPr>
        <p:spPr>
          <a:xfrm>
            <a:off x="10223500" y="3860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70B000C-0AE2-A5CB-3D40-2DD8BEAF629E}"/>
              </a:ext>
            </a:extLst>
          </p:cNvPr>
          <p:cNvSpPr/>
          <p:nvPr/>
        </p:nvSpPr>
        <p:spPr>
          <a:xfrm>
            <a:off x="749300" y="3937000"/>
            <a:ext cx="88900" cy="152400"/>
          </a:xfrm>
          <a:prstGeom prst="rect">
            <a:avLst/>
          </a:prstGeom>
          <a:solidFill>
            <a:srgbClr val="FF46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2A46202-5568-1B08-5692-45B1AA8D075D}"/>
              </a:ext>
            </a:extLst>
          </p:cNvPr>
          <p:cNvSpPr/>
          <p:nvPr/>
        </p:nvSpPr>
        <p:spPr>
          <a:xfrm>
            <a:off x="10414000" y="3860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BC5DFBA-9330-09BC-B0BE-5A45A3E38DE4}"/>
              </a:ext>
            </a:extLst>
          </p:cNvPr>
          <p:cNvSpPr/>
          <p:nvPr/>
        </p:nvSpPr>
        <p:spPr>
          <a:xfrm>
            <a:off x="965200" y="3937000"/>
            <a:ext cx="88900" cy="152400"/>
          </a:xfrm>
          <a:prstGeom prst="rect">
            <a:avLst/>
          </a:prstGeom>
          <a:solidFill>
            <a:srgbClr val="30C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3755AE5-4839-9B58-A9DA-6EB44EDA51E5}"/>
              </a:ext>
            </a:extLst>
          </p:cNvPr>
          <p:cNvSpPr/>
          <p:nvPr/>
        </p:nvSpPr>
        <p:spPr>
          <a:xfrm>
            <a:off x="10604500" y="3860800"/>
            <a:ext cx="88900" cy="152400"/>
          </a:xfrm>
          <a:prstGeom prst="rect">
            <a:avLst/>
          </a:prstGeom>
          <a:solidFill>
            <a:srgbClr val="35D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4228CAC-696A-A3F3-A8A9-5488EAE0BE08}"/>
              </a:ext>
            </a:extLst>
          </p:cNvPr>
          <p:cNvSpPr/>
          <p:nvPr/>
        </p:nvSpPr>
        <p:spPr>
          <a:xfrm>
            <a:off x="0" y="4229100"/>
            <a:ext cx="12192000" cy="228600"/>
          </a:xfrm>
          <a:prstGeom prst="rect">
            <a:avLst/>
          </a:prstGeom>
          <a:solidFill>
            <a:srgbClr val="1118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26BA384-B007-C65B-C062-550517ED99F1}"/>
              </a:ext>
            </a:extLst>
          </p:cNvPr>
          <p:cNvSpPr/>
          <p:nvPr/>
        </p:nvSpPr>
        <p:spPr>
          <a:xfrm>
            <a:off x="0" y="4216400"/>
            <a:ext cx="12192000" cy="38100"/>
          </a:xfrm>
          <a:prstGeom prst="rect">
            <a:avLst/>
          </a:prstGeom>
          <a:solidFill>
            <a:srgbClr val="35DA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23C102A0-B2FA-CCAB-55E2-76DC24B68D60}"/>
              </a:ext>
            </a:extLst>
          </p:cNvPr>
          <p:cNvSpPr/>
          <p:nvPr/>
        </p:nvSpPr>
        <p:spPr>
          <a:xfrm>
            <a:off x="9245600" y="3835400"/>
            <a:ext cx="1803400" cy="381000"/>
          </a:xfrm>
          <a:prstGeom prst="roundRect">
            <a:avLst/>
          </a:prstGeom>
          <a:solidFill>
            <a:srgbClr val="232C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53270EB9-1014-18FC-73D5-2910C6BEE513}"/>
              </a:ext>
            </a:extLst>
          </p:cNvPr>
          <p:cNvSpPr/>
          <p:nvPr/>
        </p:nvSpPr>
        <p:spPr>
          <a:xfrm>
            <a:off x="9436100" y="3898900"/>
            <a:ext cx="1422400" cy="177800"/>
          </a:xfrm>
          <a:prstGeom prst="roundRect">
            <a:avLst/>
          </a:prstGeom>
          <a:solidFill>
            <a:srgbClr val="35C6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0932551-BFEC-90F3-9D5B-2B81F1842583}"/>
              </a:ext>
            </a:extLst>
          </p:cNvPr>
          <p:cNvSpPr/>
          <p:nvPr/>
        </p:nvSpPr>
        <p:spPr>
          <a:xfrm>
            <a:off x="0" y="4635500"/>
            <a:ext cx="12192000" cy="2222500"/>
          </a:xfrm>
          <a:prstGeom prst="rect">
            <a:avLst/>
          </a:prstGeom>
          <a:solidFill>
            <a:srgbClr val="0C18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6DD3725-6F12-E147-DB8B-3C87107C4740}"/>
              </a:ext>
            </a:extLst>
          </p:cNvPr>
          <p:cNvSpPr/>
          <p:nvPr/>
        </p:nvSpPr>
        <p:spPr>
          <a:xfrm>
            <a:off x="0" y="4635500"/>
            <a:ext cx="12192000" cy="63500"/>
          </a:xfrm>
          <a:prstGeom prst="rect">
            <a:avLst/>
          </a:prstGeom>
          <a:solidFill>
            <a:srgbClr val="23DB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17AAA0D-1971-5CCA-777F-CFC10F1FB051}"/>
              </a:ext>
            </a:extLst>
          </p:cNvPr>
          <p:cNvSpPr/>
          <p:nvPr/>
        </p:nvSpPr>
        <p:spPr>
          <a:xfrm>
            <a:off x="304800" y="5372100"/>
            <a:ext cx="11582400" cy="1054100"/>
          </a:xfrm>
          <a:prstGeom prst="roundRect">
            <a:avLst/>
          </a:prstGeom>
          <a:solidFill>
            <a:srgbClr val="1231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F6103E0F-946B-0467-E532-1583D412D8F8}"/>
              </a:ext>
            </a:extLst>
          </p:cNvPr>
          <p:cNvSpPr/>
          <p:nvPr/>
        </p:nvSpPr>
        <p:spPr>
          <a:xfrm>
            <a:off x="533400" y="5549900"/>
            <a:ext cx="11137900" cy="749300"/>
          </a:xfrm>
          <a:prstGeom prst="roundRect">
            <a:avLst/>
          </a:prstGeom>
          <a:solidFill>
            <a:srgbClr val="1944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D98D92A-8DA5-E31F-6A48-7E94A66C0B90}"/>
              </a:ext>
            </a:extLst>
          </p:cNvPr>
          <p:cNvSpPr/>
          <p:nvPr/>
        </p:nvSpPr>
        <p:spPr>
          <a:xfrm>
            <a:off x="4762500" y="4953000"/>
            <a:ext cx="2628900" cy="241300"/>
          </a:xfrm>
          <a:prstGeom prst="roundRect">
            <a:avLst/>
          </a:prstGeom>
          <a:solidFill>
            <a:srgbClr val="BE89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6C6CA72F-F9DA-A82C-96CC-A3F597564D6B}"/>
              </a:ext>
            </a:extLst>
          </p:cNvPr>
          <p:cNvSpPr/>
          <p:nvPr/>
        </p:nvSpPr>
        <p:spPr>
          <a:xfrm>
            <a:off x="4229100" y="5156200"/>
            <a:ext cx="3721100" cy="254000"/>
          </a:xfrm>
          <a:prstGeom prst="roundRect">
            <a:avLst/>
          </a:prstGeom>
          <a:solidFill>
            <a:srgbClr val="C791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45CA3952-2E0C-A369-2CD5-87981D925DCB}"/>
              </a:ext>
            </a:extLst>
          </p:cNvPr>
          <p:cNvSpPr/>
          <p:nvPr/>
        </p:nvSpPr>
        <p:spPr>
          <a:xfrm>
            <a:off x="3759200" y="5397500"/>
            <a:ext cx="4673600" cy="279400"/>
          </a:xfrm>
          <a:prstGeom prst="roundRect">
            <a:avLst/>
          </a:prstGeom>
          <a:solidFill>
            <a:srgbClr val="CF97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E9617C8-9BF2-19A4-B6C2-B79B79635BC5}"/>
              </a:ext>
            </a:extLst>
          </p:cNvPr>
          <p:cNvSpPr/>
          <p:nvPr/>
        </p:nvSpPr>
        <p:spPr>
          <a:xfrm>
            <a:off x="3416300" y="5676900"/>
            <a:ext cx="5359400" cy="304800"/>
          </a:xfrm>
          <a:prstGeom prst="roundRect">
            <a:avLst/>
          </a:prstGeom>
          <a:solidFill>
            <a:srgbClr val="C68D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312AD577-0EFD-AE45-2E78-5642E848E893}"/>
              </a:ext>
            </a:extLst>
          </p:cNvPr>
          <p:cNvSpPr/>
          <p:nvPr/>
        </p:nvSpPr>
        <p:spPr>
          <a:xfrm>
            <a:off x="3162300" y="5969000"/>
            <a:ext cx="5867400" cy="342900"/>
          </a:xfrm>
          <a:prstGeom prst="roundRect">
            <a:avLst/>
          </a:prstGeom>
          <a:solidFill>
            <a:srgbClr val="BB804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33BB6EE-5DCF-7791-3095-10C53597E265}"/>
              </a:ext>
            </a:extLst>
          </p:cNvPr>
          <p:cNvSpPr/>
          <p:nvPr/>
        </p:nvSpPr>
        <p:spPr>
          <a:xfrm>
            <a:off x="999490" y="5134610"/>
            <a:ext cx="83820" cy="586740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02D838D5-8D13-76E1-4112-39A154B1AE90}"/>
              </a:ext>
            </a:extLst>
          </p:cNvPr>
          <p:cNvSpPr/>
          <p:nvPr/>
        </p:nvSpPr>
        <p:spPr>
          <a:xfrm>
            <a:off x="748030" y="4855210"/>
            <a:ext cx="586740" cy="586740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A3DEDE8D-764D-1BC3-9882-23DF0EFC36F3}"/>
              </a:ext>
            </a:extLst>
          </p:cNvPr>
          <p:cNvSpPr/>
          <p:nvPr/>
        </p:nvSpPr>
        <p:spPr>
          <a:xfrm>
            <a:off x="845820" y="4701540"/>
            <a:ext cx="502920" cy="516890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E1140A20-08C9-003D-6DAC-307444565052}"/>
              </a:ext>
            </a:extLst>
          </p:cNvPr>
          <p:cNvSpPr/>
          <p:nvPr/>
        </p:nvSpPr>
        <p:spPr>
          <a:xfrm>
            <a:off x="1083310" y="4841240"/>
            <a:ext cx="405130" cy="433070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F65EFF6-35BB-E5F1-7609-B48A3CD800A2}"/>
              </a:ext>
            </a:extLst>
          </p:cNvPr>
          <p:cNvSpPr/>
          <p:nvPr/>
        </p:nvSpPr>
        <p:spPr>
          <a:xfrm>
            <a:off x="2164715" y="5201285"/>
            <a:ext cx="64770" cy="453390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E3602DD7-3169-A588-2520-4769C88F7C81}"/>
              </a:ext>
            </a:extLst>
          </p:cNvPr>
          <p:cNvSpPr/>
          <p:nvPr/>
        </p:nvSpPr>
        <p:spPr>
          <a:xfrm>
            <a:off x="1970405" y="4985385"/>
            <a:ext cx="453390" cy="453390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6E7A810A-6C95-D1A8-B662-8AFEB73C7B61}"/>
              </a:ext>
            </a:extLst>
          </p:cNvPr>
          <p:cNvSpPr/>
          <p:nvPr/>
        </p:nvSpPr>
        <p:spPr>
          <a:xfrm>
            <a:off x="2045970" y="4866640"/>
            <a:ext cx="388620" cy="399415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1F121D5F-287A-9AA5-08E9-FFBEAB51D769}"/>
              </a:ext>
            </a:extLst>
          </p:cNvPr>
          <p:cNvSpPr/>
          <p:nvPr/>
        </p:nvSpPr>
        <p:spPr>
          <a:xfrm>
            <a:off x="2229485" y="4974590"/>
            <a:ext cx="313055" cy="334645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5823947-249C-30E4-5A06-BADBD3193841}"/>
              </a:ext>
            </a:extLst>
          </p:cNvPr>
          <p:cNvSpPr/>
          <p:nvPr/>
        </p:nvSpPr>
        <p:spPr>
          <a:xfrm>
            <a:off x="3594100" y="5080000"/>
            <a:ext cx="76200" cy="533400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89871F59-6646-BCC8-40DF-F4A02D319488}"/>
              </a:ext>
            </a:extLst>
          </p:cNvPr>
          <p:cNvSpPr/>
          <p:nvPr/>
        </p:nvSpPr>
        <p:spPr>
          <a:xfrm>
            <a:off x="3365500" y="4826000"/>
            <a:ext cx="533400" cy="533400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73378E7-7ADC-7198-14D3-DFF865F1C68E}"/>
              </a:ext>
            </a:extLst>
          </p:cNvPr>
          <p:cNvSpPr/>
          <p:nvPr/>
        </p:nvSpPr>
        <p:spPr>
          <a:xfrm>
            <a:off x="3454400" y="4686300"/>
            <a:ext cx="457200" cy="469900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3FFE7D9-188F-16A8-4270-86ABC3343273}"/>
              </a:ext>
            </a:extLst>
          </p:cNvPr>
          <p:cNvSpPr/>
          <p:nvPr/>
        </p:nvSpPr>
        <p:spPr>
          <a:xfrm>
            <a:off x="3670300" y="4813300"/>
            <a:ext cx="368300" cy="393700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81658250-6B92-15AF-DA6F-D5FA8CFD8FFC}"/>
              </a:ext>
            </a:extLst>
          </p:cNvPr>
          <p:cNvSpPr/>
          <p:nvPr/>
        </p:nvSpPr>
        <p:spPr>
          <a:xfrm>
            <a:off x="5720080" y="4986020"/>
            <a:ext cx="91440" cy="640080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5BE2B85-35BB-6A7E-BE6D-1131D95D0DBF}"/>
              </a:ext>
            </a:extLst>
          </p:cNvPr>
          <p:cNvSpPr/>
          <p:nvPr/>
        </p:nvSpPr>
        <p:spPr>
          <a:xfrm>
            <a:off x="5445760" y="4681220"/>
            <a:ext cx="640080" cy="640080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0B967721-C879-C58E-886D-4871F2E76824}"/>
              </a:ext>
            </a:extLst>
          </p:cNvPr>
          <p:cNvSpPr/>
          <p:nvPr/>
        </p:nvSpPr>
        <p:spPr>
          <a:xfrm>
            <a:off x="5552440" y="4513580"/>
            <a:ext cx="548640" cy="563880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268B6AA2-B193-20FD-2411-5FB85D0F0713}"/>
              </a:ext>
            </a:extLst>
          </p:cNvPr>
          <p:cNvSpPr/>
          <p:nvPr/>
        </p:nvSpPr>
        <p:spPr>
          <a:xfrm>
            <a:off x="5811520" y="4665980"/>
            <a:ext cx="441960" cy="472440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77244E09-BBDD-08F9-2C7D-784869F742F3}"/>
              </a:ext>
            </a:extLst>
          </p:cNvPr>
          <p:cNvSpPr/>
          <p:nvPr/>
        </p:nvSpPr>
        <p:spPr>
          <a:xfrm>
            <a:off x="6908800" y="5003800"/>
            <a:ext cx="76200" cy="533400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589CF62D-C1A5-565B-1461-11D1304E8C53}"/>
              </a:ext>
            </a:extLst>
          </p:cNvPr>
          <p:cNvSpPr/>
          <p:nvPr/>
        </p:nvSpPr>
        <p:spPr>
          <a:xfrm>
            <a:off x="6680200" y="4749800"/>
            <a:ext cx="533400" cy="533400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2DCE76BE-E0A0-BE81-ACBD-928128D6A8AF}"/>
              </a:ext>
            </a:extLst>
          </p:cNvPr>
          <p:cNvSpPr/>
          <p:nvPr/>
        </p:nvSpPr>
        <p:spPr>
          <a:xfrm>
            <a:off x="6769100" y="4610100"/>
            <a:ext cx="457200" cy="469900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407FDE7D-50D6-2074-C58B-63807B913619}"/>
              </a:ext>
            </a:extLst>
          </p:cNvPr>
          <p:cNvSpPr/>
          <p:nvPr/>
        </p:nvSpPr>
        <p:spPr>
          <a:xfrm>
            <a:off x="6985000" y="4737100"/>
            <a:ext cx="368300" cy="393700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63B4082-AAFA-9817-1FF0-3AC635E64057}"/>
              </a:ext>
            </a:extLst>
          </p:cNvPr>
          <p:cNvSpPr/>
          <p:nvPr/>
        </p:nvSpPr>
        <p:spPr>
          <a:xfrm>
            <a:off x="8255000" y="5143500"/>
            <a:ext cx="76200" cy="533400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82D48C86-82C9-D2FC-6F82-94DF425EF874}"/>
              </a:ext>
            </a:extLst>
          </p:cNvPr>
          <p:cNvSpPr/>
          <p:nvPr/>
        </p:nvSpPr>
        <p:spPr>
          <a:xfrm>
            <a:off x="8026400" y="4889500"/>
            <a:ext cx="533400" cy="533400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DB52F73-2ECE-AF33-3469-FBC9C99314DF}"/>
              </a:ext>
            </a:extLst>
          </p:cNvPr>
          <p:cNvSpPr/>
          <p:nvPr/>
        </p:nvSpPr>
        <p:spPr>
          <a:xfrm>
            <a:off x="8115300" y="4749800"/>
            <a:ext cx="457200" cy="469900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4B4AF8A3-25B1-571D-108C-8313C8014171}"/>
              </a:ext>
            </a:extLst>
          </p:cNvPr>
          <p:cNvSpPr/>
          <p:nvPr/>
        </p:nvSpPr>
        <p:spPr>
          <a:xfrm>
            <a:off x="8331200" y="4876800"/>
            <a:ext cx="368300" cy="393700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9A000D70-DB03-4876-7198-30ADF83B70AA}"/>
              </a:ext>
            </a:extLst>
          </p:cNvPr>
          <p:cNvSpPr/>
          <p:nvPr/>
        </p:nvSpPr>
        <p:spPr>
          <a:xfrm>
            <a:off x="9443085" y="5123815"/>
            <a:ext cx="87630" cy="613410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BD3B5D66-0AA9-67DD-53D1-D8176622389B}"/>
              </a:ext>
            </a:extLst>
          </p:cNvPr>
          <p:cNvSpPr/>
          <p:nvPr/>
        </p:nvSpPr>
        <p:spPr>
          <a:xfrm>
            <a:off x="9180195" y="4831715"/>
            <a:ext cx="613410" cy="613410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607CB707-D788-2C3B-F736-7F1959F88ACA}"/>
              </a:ext>
            </a:extLst>
          </p:cNvPr>
          <p:cNvSpPr/>
          <p:nvPr/>
        </p:nvSpPr>
        <p:spPr>
          <a:xfrm>
            <a:off x="9282430" y="4671060"/>
            <a:ext cx="525781" cy="540385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F1E4E696-A9BF-3FF3-AD8D-6987A5F5EF4A}"/>
              </a:ext>
            </a:extLst>
          </p:cNvPr>
          <p:cNvSpPr/>
          <p:nvPr/>
        </p:nvSpPr>
        <p:spPr>
          <a:xfrm>
            <a:off x="9530715" y="4817110"/>
            <a:ext cx="423545" cy="452755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2FF20A58-372D-1F64-D265-07DAB2C20EF3}"/>
              </a:ext>
            </a:extLst>
          </p:cNvPr>
          <p:cNvSpPr/>
          <p:nvPr/>
        </p:nvSpPr>
        <p:spPr>
          <a:xfrm>
            <a:off x="10989310" y="5165090"/>
            <a:ext cx="68580" cy="480060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CACCCD1E-4BE2-4C4F-9577-05A51A5801A9}"/>
              </a:ext>
            </a:extLst>
          </p:cNvPr>
          <p:cNvSpPr/>
          <p:nvPr/>
        </p:nvSpPr>
        <p:spPr>
          <a:xfrm>
            <a:off x="10783570" y="4936490"/>
            <a:ext cx="480060" cy="480060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64C449AE-9D12-B12A-BD21-9A3BE21DE547}"/>
              </a:ext>
            </a:extLst>
          </p:cNvPr>
          <p:cNvSpPr/>
          <p:nvPr/>
        </p:nvSpPr>
        <p:spPr>
          <a:xfrm>
            <a:off x="10863580" y="4810760"/>
            <a:ext cx="411481" cy="422910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44D22278-C605-BBCD-722C-868AA4C1E4C5}"/>
              </a:ext>
            </a:extLst>
          </p:cNvPr>
          <p:cNvSpPr/>
          <p:nvPr/>
        </p:nvSpPr>
        <p:spPr>
          <a:xfrm>
            <a:off x="11057890" y="4925060"/>
            <a:ext cx="331470" cy="354330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55D1F013-1B1A-1932-C0A9-107E1115B06B}"/>
              </a:ext>
            </a:extLst>
          </p:cNvPr>
          <p:cNvSpPr/>
          <p:nvPr/>
        </p:nvSpPr>
        <p:spPr>
          <a:xfrm>
            <a:off x="11694668" y="5061712"/>
            <a:ext cx="54864" cy="384048"/>
          </a:xfrm>
          <a:prstGeom prst="rect">
            <a:avLst/>
          </a:prstGeom>
          <a:solidFill>
            <a:srgbClr val="63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099F1BA9-CDFF-C61F-706D-DB709A04E11D}"/>
              </a:ext>
            </a:extLst>
          </p:cNvPr>
          <p:cNvSpPr/>
          <p:nvPr/>
        </p:nvSpPr>
        <p:spPr>
          <a:xfrm>
            <a:off x="11530076" y="4878832"/>
            <a:ext cx="384048" cy="384048"/>
          </a:xfrm>
          <a:prstGeom prst="ellipse">
            <a:avLst/>
          </a:prstGeom>
          <a:solidFill>
            <a:srgbClr val="107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14B8A647-1F33-E1C6-4A34-3BDE9A5E15DF}"/>
              </a:ext>
            </a:extLst>
          </p:cNvPr>
          <p:cNvSpPr/>
          <p:nvPr/>
        </p:nvSpPr>
        <p:spPr>
          <a:xfrm>
            <a:off x="11594084" y="4778248"/>
            <a:ext cx="329184" cy="338328"/>
          </a:xfrm>
          <a:prstGeom prst="ellipse">
            <a:avLst/>
          </a:prstGeom>
          <a:solidFill>
            <a:srgbClr val="1699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7783DCB8-4620-93F3-7E15-452FD42ACF6B}"/>
              </a:ext>
            </a:extLst>
          </p:cNvPr>
          <p:cNvSpPr/>
          <p:nvPr/>
        </p:nvSpPr>
        <p:spPr>
          <a:xfrm>
            <a:off x="11749532" y="4869688"/>
            <a:ext cx="265176" cy="283464"/>
          </a:xfrm>
          <a:prstGeom prst="ellipse">
            <a:avLst/>
          </a:prstGeom>
          <a:solidFill>
            <a:srgbClr val="1284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5CBD935-288D-D3B4-2D61-D98552A02A62}"/>
              </a:ext>
            </a:extLst>
          </p:cNvPr>
          <p:cNvSpPr/>
          <p:nvPr/>
        </p:nvSpPr>
        <p:spPr>
          <a:xfrm>
            <a:off x="1473200" y="5664200"/>
            <a:ext cx="673100" cy="63500"/>
          </a:xfrm>
          <a:prstGeom prst="roundRect">
            <a:avLst/>
          </a:prstGeom>
          <a:solidFill>
            <a:srgbClr val="DD9A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1B96FD8A-7980-0FC8-45EE-520C82C815FF}"/>
              </a:ext>
            </a:extLst>
          </p:cNvPr>
          <p:cNvSpPr/>
          <p:nvPr/>
        </p:nvSpPr>
        <p:spPr>
          <a:xfrm>
            <a:off x="1574800" y="5727700"/>
            <a:ext cx="38100" cy="127000"/>
          </a:xfrm>
          <a:prstGeom prst="rect">
            <a:avLst/>
          </a:prstGeom>
          <a:solidFill>
            <a:srgbClr val="7B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F6AA7BA-8E38-F69B-677F-D5C9E1DF3994}"/>
              </a:ext>
            </a:extLst>
          </p:cNvPr>
          <p:cNvSpPr/>
          <p:nvPr/>
        </p:nvSpPr>
        <p:spPr>
          <a:xfrm>
            <a:off x="2006600" y="5727700"/>
            <a:ext cx="38100" cy="127000"/>
          </a:xfrm>
          <a:prstGeom prst="rect">
            <a:avLst/>
          </a:prstGeom>
          <a:solidFill>
            <a:srgbClr val="7B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944292DA-6B7C-F440-B6BE-3C70659BB039}"/>
              </a:ext>
            </a:extLst>
          </p:cNvPr>
          <p:cNvSpPr/>
          <p:nvPr/>
        </p:nvSpPr>
        <p:spPr>
          <a:xfrm>
            <a:off x="9982200" y="5562600"/>
            <a:ext cx="660400" cy="63500"/>
          </a:xfrm>
          <a:prstGeom prst="roundRect">
            <a:avLst/>
          </a:prstGeom>
          <a:solidFill>
            <a:srgbClr val="DD9A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B5F4B49E-DA70-6507-C0B0-0CD61365D0C5}"/>
              </a:ext>
            </a:extLst>
          </p:cNvPr>
          <p:cNvCxnSpPr/>
          <p:nvPr/>
        </p:nvCxnSpPr>
        <p:spPr>
          <a:xfrm flipV="1">
            <a:off x="4368800" y="4864100"/>
            <a:ext cx="0" cy="812800"/>
          </a:xfrm>
          <a:prstGeom prst="line">
            <a:avLst/>
          </a:prstGeom>
          <a:ln w="25400">
            <a:solidFill>
              <a:srgbClr val="96B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타원 138">
            <a:extLst>
              <a:ext uri="{FF2B5EF4-FFF2-40B4-BE49-F238E27FC236}">
                <a16:creationId xmlns:a16="http://schemas.microsoft.com/office/drawing/2014/main" id="{9DCB1583-5CD4-55DE-A22A-91E9B87F0AA3}"/>
              </a:ext>
            </a:extLst>
          </p:cNvPr>
          <p:cNvSpPr/>
          <p:nvPr/>
        </p:nvSpPr>
        <p:spPr>
          <a:xfrm>
            <a:off x="4457700" y="4749800"/>
            <a:ext cx="177800" cy="101600"/>
          </a:xfrm>
          <a:prstGeom prst="ellipse">
            <a:avLst/>
          </a:prstGeom>
          <a:solidFill>
            <a:srgbClr val="FFC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0152C5E7-684D-D260-5B59-89C34A79AEA7}"/>
              </a:ext>
            </a:extLst>
          </p:cNvPr>
          <p:cNvCxnSpPr/>
          <p:nvPr/>
        </p:nvCxnSpPr>
        <p:spPr>
          <a:xfrm flipV="1">
            <a:off x="7835900" y="4826000"/>
            <a:ext cx="0" cy="850900"/>
          </a:xfrm>
          <a:prstGeom prst="line">
            <a:avLst/>
          </a:prstGeom>
          <a:ln w="25400">
            <a:solidFill>
              <a:srgbClr val="96B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C8C19644-D609-0D03-DFAF-D85D21D507D2}"/>
              </a:ext>
            </a:extLst>
          </p:cNvPr>
          <p:cNvSpPr/>
          <p:nvPr/>
        </p:nvSpPr>
        <p:spPr>
          <a:xfrm>
            <a:off x="7924800" y="4711700"/>
            <a:ext cx="177800" cy="101600"/>
          </a:xfrm>
          <a:prstGeom prst="ellipse">
            <a:avLst/>
          </a:prstGeom>
          <a:solidFill>
            <a:srgbClr val="FFC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48C4E4F5-601C-56FA-B9C5-587BA1CF6411}"/>
              </a:ext>
            </a:extLst>
          </p:cNvPr>
          <p:cNvSpPr/>
          <p:nvPr/>
        </p:nvSpPr>
        <p:spPr>
          <a:xfrm>
            <a:off x="5892800" y="5676900"/>
            <a:ext cx="1244600" cy="304800"/>
          </a:xfrm>
          <a:prstGeom prst="ellipse">
            <a:avLst/>
          </a:prstGeom>
          <a:solidFill>
            <a:srgbClr val="1367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0740DA7E-A96E-2A06-A08D-DA261FAF1B34}"/>
              </a:ext>
            </a:extLst>
          </p:cNvPr>
          <p:cNvSpPr/>
          <p:nvPr/>
        </p:nvSpPr>
        <p:spPr>
          <a:xfrm>
            <a:off x="6070600" y="5740400"/>
            <a:ext cx="863600" cy="152400"/>
          </a:xfrm>
          <a:prstGeom prst="ellipse">
            <a:avLst/>
          </a:prstGeom>
          <a:solidFill>
            <a:srgbClr val="34DC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15C630B3-B162-4F8F-3D52-41505037C327}"/>
              </a:ext>
            </a:extLst>
          </p:cNvPr>
          <p:cNvSpPr/>
          <p:nvPr/>
        </p:nvSpPr>
        <p:spPr>
          <a:xfrm>
            <a:off x="5003800" y="5575300"/>
            <a:ext cx="88900" cy="88900"/>
          </a:xfrm>
          <a:prstGeom prst="ellipse">
            <a:avLst/>
          </a:prstGeom>
          <a:solidFill>
            <a:srgbClr val="E16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416D6BA7-FD44-A4C2-728D-876C60778088}"/>
              </a:ext>
            </a:extLst>
          </p:cNvPr>
          <p:cNvSpPr/>
          <p:nvPr/>
        </p:nvSpPr>
        <p:spPr>
          <a:xfrm>
            <a:off x="5003800" y="5664200"/>
            <a:ext cx="76200" cy="190500"/>
          </a:xfrm>
          <a:prstGeom prst="roundRect">
            <a:avLst/>
          </a:prstGeom>
          <a:solidFill>
            <a:srgbClr val="E16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0F11CB19-27BC-E170-7999-043B7B112AF1}"/>
              </a:ext>
            </a:extLst>
          </p:cNvPr>
          <p:cNvCxnSpPr/>
          <p:nvPr/>
        </p:nvCxnSpPr>
        <p:spPr>
          <a:xfrm flipH="1">
            <a:off x="4991100" y="5842000"/>
            <a:ext cx="50800" cy="101600"/>
          </a:xfrm>
          <a:prstGeom prst="line">
            <a:avLst/>
          </a:prstGeom>
          <a:ln w="25400">
            <a:solidFill>
              <a:srgbClr val="E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A325484E-259D-2BAE-2026-78E64DC9ED52}"/>
              </a:ext>
            </a:extLst>
          </p:cNvPr>
          <p:cNvCxnSpPr/>
          <p:nvPr/>
        </p:nvCxnSpPr>
        <p:spPr>
          <a:xfrm>
            <a:off x="5041900" y="5842000"/>
            <a:ext cx="50800" cy="101600"/>
          </a:xfrm>
          <a:prstGeom prst="line">
            <a:avLst/>
          </a:prstGeom>
          <a:ln w="25400">
            <a:solidFill>
              <a:srgbClr val="E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타원 147">
            <a:extLst>
              <a:ext uri="{FF2B5EF4-FFF2-40B4-BE49-F238E27FC236}">
                <a16:creationId xmlns:a16="http://schemas.microsoft.com/office/drawing/2014/main" id="{46252DF3-84E9-E93C-B0D7-1D8D4ECAC0C8}"/>
              </a:ext>
            </a:extLst>
          </p:cNvPr>
          <p:cNvSpPr/>
          <p:nvPr/>
        </p:nvSpPr>
        <p:spPr>
          <a:xfrm>
            <a:off x="7378700" y="5537200"/>
            <a:ext cx="88900" cy="88900"/>
          </a:xfrm>
          <a:prstGeom prst="ellipse">
            <a:avLst/>
          </a:prstGeom>
          <a:solidFill>
            <a:srgbClr val="55DC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C58A372C-1026-937D-47DF-65A5125AB92A}"/>
              </a:ext>
            </a:extLst>
          </p:cNvPr>
          <p:cNvSpPr/>
          <p:nvPr/>
        </p:nvSpPr>
        <p:spPr>
          <a:xfrm>
            <a:off x="7378700" y="5626100"/>
            <a:ext cx="76200" cy="190500"/>
          </a:xfrm>
          <a:prstGeom prst="roundRect">
            <a:avLst/>
          </a:prstGeom>
          <a:solidFill>
            <a:srgbClr val="55DC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BAE09D7A-1CE2-D44C-36C0-FA5E2122EB61}"/>
              </a:ext>
            </a:extLst>
          </p:cNvPr>
          <p:cNvCxnSpPr/>
          <p:nvPr/>
        </p:nvCxnSpPr>
        <p:spPr>
          <a:xfrm flipH="1">
            <a:off x="7366000" y="5803900"/>
            <a:ext cx="50800" cy="101600"/>
          </a:xfrm>
          <a:prstGeom prst="line">
            <a:avLst/>
          </a:prstGeom>
          <a:ln w="25400">
            <a:solidFill>
              <a:srgbClr val="55DC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F77EB76C-F0A6-0767-A109-E4286E452B20}"/>
              </a:ext>
            </a:extLst>
          </p:cNvPr>
          <p:cNvCxnSpPr/>
          <p:nvPr/>
        </p:nvCxnSpPr>
        <p:spPr>
          <a:xfrm>
            <a:off x="7416800" y="5803900"/>
            <a:ext cx="50800" cy="101600"/>
          </a:xfrm>
          <a:prstGeom prst="line">
            <a:avLst/>
          </a:prstGeom>
          <a:ln w="25400">
            <a:solidFill>
              <a:srgbClr val="55DC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C0347541-6932-FFD4-41D8-3CAF86CED443}"/>
              </a:ext>
            </a:extLst>
          </p:cNvPr>
          <p:cNvSpPr/>
          <p:nvPr/>
        </p:nvSpPr>
        <p:spPr>
          <a:xfrm>
            <a:off x="9055100" y="5829300"/>
            <a:ext cx="88900" cy="88900"/>
          </a:xfrm>
          <a:prstGeom prst="ellipse">
            <a:avLst/>
          </a:prstGeom>
          <a:solidFill>
            <a:srgbClr val="FFC5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8D882EAA-097B-F493-7C44-455C9C81D557}"/>
              </a:ext>
            </a:extLst>
          </p:cNvPr>
          <p:cNvSpPr/>
          <p:nvPr/>
        </p:nvSpPr>
        <p:spPr>
          <a:xfrm>
            <a:off x="9055100" y="5918200"/>
            <a:ext cx="76200" cy="190500"/>
          </a:xfrm>
          <a:prstGeom prst="roundRect">
            <a:avLst/>
          </a:prstGeom>
          <a:solidFill>
            <a:srgbClr val="FFC5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112DDAAB-6926-0544-0AC5-A5C5804DA4D1}"/>
              </a:ext>
            </a:extLst>
          </p:cNvPr>
          <p:cNvCxnSpPr/>
          <p:nvPr/>
        </p:nvCxnSpPr>
        <p:spPr>
          <a:xfrm flipH="1">
            <a:off x="9042400" y="6096000"/>
            <a:ext cx="50800" cy="101600"/>
          </a:xfrm>
          <a:prstGeom prst="line">
            <a:avLst/>
          </a:prstGeom>
          <a:ln w="25400">
            <a:solidFill>
              <a:srgbClr val="FFC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70F87984-ED74-9360-05C6-CFC95539B90F}"/>
              </a:ext>
            </a:extLst>
          </p:cNvPr>
          <p:cNvCxnSpPr/>
          <p:nvPr/>
        </p:nvCxnSpPr>
        <p:spPr>
          <a:xfrm>
            <a:off x="9093200" y="6096000"/>
            <a:ext cx="50800" cy="101600"/>
          </a:xfrm>
          <a:prstGeom prst="line">
            <a:avLst/>
          </a:prstGeom>
          <a:ln w="25400">
            <a:solidFill>
              <a:srgbClr val="FFC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121C150A-D604-E7EA-560D-D0B77FFDBD87}"/>
              </a:ext>
            </a:extLst>
          </p:cNvPr>
          <p:cNvSpPr/>
          <p:nvPr/>
        </p:nvSpPr>
        <p:spPr>
          <a:xfrm>
            <a:off x="406400" y="304800"/>
            <a:ext cx="3937000" cy="977900"/>
          </a:xfrm>
          <a:prstGeom prst="roundRect">
            <a:avLst/>
          </a:prstGeom>
          <a:solidFill>
            <a:srgbClr val="080F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417AEE24-B056-78E0-947A-215075F83F5F}"/>
              </a:ext>
            </a:extLst>
          </p:cNvPr>
          <p:cNvSpPr/>
          <p:nvPr/>
        </p:nvSpPr>
        <p:spPr>
          <a:xfrm>
            <a:off x="406400" y="304800"/>
            <a:ext cx="50800" cy="977900"/>
          </a:xfrm>
          <a:prstGeom prst="rect">
            <a:avLst/>
          </a:prstGeom>
          <a:solidFill>
            <a:srgbClr val="FF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D207F24-76F2-0D3C-4FE6-40E7F91D617A}"/>
              </a:ext>
            </a:extLst>
          </p:cNvPr>
          <p:cNvSpPr txBox="1"/>
          <p:nvPr/>
        </p:nvSpPr>
        <p:spPr>
          <a:xfrm>
            <a:off x="622300" y="431800"/>
            <a:ext cx="3556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F4F7FF"/>
                </a:solidFill>
                <a:latin typeface="Aptos" panose="020B0004020202020204" pitchFamily="34" charset="0"/>
              </a:rPr>
              <a:t>AFTERGLOW</a:t>
            </a:r>
            <a:endParaRPr lang="ko-KR" altLang="en-US" sz="2800" b="1">
              <a:solidFill>
                <a:srgbClr val="F4F7FF"/>
              </a:solidFill>
              <a:latin typeface="Aptos" panose="020B0004020202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6E61C27-E808-2F62-E8E7-4EA9AB424883}"/>
              </a:ext>
            </a:extLst>
          </p:cNvPr>
          <p:cNvSpPr txBox="1"/>
          <p:nvPr/>
        </p:nvSpPr>
        <p:spPr>
          <a:xfrm>
            <a:off x="647700" y="889000"/>
            <a:ext cx="3492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59E7DA"/>
                </a:solidFill>
                <a:latin typeface="Aptos" panose="020B0004020202020204" pitchFamily="34" charset="0"/>
              </a:rPr>
              <a:t>URBAN SANCTUARY  /  NIGHT SHIFT</a:t>
            </a:r>
            <a:endParaRPr lang="ko-KR" altLang="en-US" sz="1000" b="1">
              <a:solidFill>
                <a:srgbClr val="59E7DA"/>
              </a:solidFill>
              <a:latin typeface="Aptos" panose="020B0004020202020204" pitchFamily="34" charset="0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80CAC13D-A367-A3CB-C7AD-2AD903FC72E9}"/>
              </a:ext>
            </a:extLst>
          </p:cNvPr>
          <p:cNvSpPr/>
          <p:nvPr/>
        </p:nvSpPr>
        <p:spPr>
          <a:xfrm>
            <a:off x="406400" y="1371600"/>
            <a:ext cx="2933700" cy="304800"/>
          </a:xfrm>
          <a:prstGeom prst="roundRect">
            <a:avLst/>
          </a:prstGeom>
          <a:solidFill>
            <a:srgbClr val="070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93E4384-0AE9-5FA5-9522-EA1AD418819D}"/>
              </a:ext>
            </a:extLst>
          </p:cNvPr>
          <p:cNvSpPr txBox="1"/>
          <p:nvPr/>
        </p:nvSpPr>
        <p:spPr>
          <a:xfrm>
            <a:off x="546100" y="1435100"/>
            <a:ext cx="2730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00" b="1">
                <a:solidFill>
                  <a:srgbClr val="F0AE6E"/>
                </a:solidFill>
                <a:latin typeface="Aptos" panose="020B0004020202020204" pitchFamily="34" charset="0"/>
              </a:rPr>
              <a:t>NEON DISTRICT  /  SECTOR 07</a:t>
            </a:r>
            <a:endParaRPr lang="ko-KR" altLang="en-US" sz="900" b="1">
              <a:solidFill>
                <a:srgbClr val="F0AE6E"/>
              </a:solidFill>
              <a:latin typeface="Aptos" panose="020B0004020202020204" pitchFamily="34" charset="0"/>
            </a:endParaRP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B67C5F3B-1149-7351-7244-066CBC71B080}"/>
              </a:ext>
            </a:extLst>
          </p:cNvPr>
          <p:cNvSpPr/>
          <p:nvPr/>
        </p:nvSpPr>
        <p:spPr>
          <a:xfrm>
            <a:off x="10502900" y="342900"/>
            <a:ext cx="1282700" cy="546100"/>
          </a:xfrm>
          <a:prstGeom prst="roundRect">
            <a:avLst/>
          </a:prstGeom>
          <a:solidFill>
            <a:srgbClr val="080F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002B1B5-21CC-B3F5-4EE2-8165AE2CA772}"/>
              </a:ext>
            </a:extLst>
          </p:cNvPr>
          <p:cNvSpPr txBox="1"/>
          <p:nvPr/>
        </p:nvSpPr>
        <p:spPr>
          <a:xfrm>
            <a:off x="10642600" y="419100"/>
            <a:ext cx="1066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E7EFF8"/>
                </a:solidFill>
                <a:latin typeface="Aptos" panose="020B0004020202020204" pitchFamily="34" charset="0"/>
              </a:rPr>
              <a:t>21:48  /  09.23</a:t>
            </a:r>
            <a:endParaRPr lang="ko-KR" altLang="en-US" sz="1000" b="1">
              <a:solidFill>
                <a:srgbClr val="E7EFF8"/>
              </a:solidFill>
              <a:latin typeface="Aptos" panose="020B0004020202020204" pitchFamily="34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118F1D9-AC6C-BF77-3B94-30A8A10A96BB}"/>
              </a:ext>
            </a:extLst>
          </p:cNvPr>
          <p:cNvSpPr txBox="1"/>
          <p:nvPr/>
        </p:nvSpPr>
        <p:spPr>
          <a:xfrm>
            <a:off x="10642600" y="635000"/>
            <a:ext cx="1041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55E1CB"/>
                </a:solidFill>
                <a:latin typeface="Aptos" panose="020B0004020202020204" pitchFamily="34" charset="0"/>
              </a:rPr>
              <a:t>AIR  19 C</a:t>
            </a:r>
            <a:endParaRPr lang="ko-KR" altLang="en-US" sz="800" b="1">
              <a:solidFill>
                <a:srgbClr val="55E1CB"/>
              </a:solidFill>
              <a:latin typeface="Aptos" panose="020B0004020202020204" pitchFamily="34" charset="0"/>
            </a:endParaRP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796B3913-016C-2645-866A-F82134146F5E}"/>
              </a:ext>
            </a:extLst>
          </p:cNvPr>
          <p:cNvSpPr/>
          <p:nvPr/>
        </p:nvSpPr>
        <p:spPr>
          <a:xfrm>
            <a:off x="419100" y="6502400"/>
            <a:ext cx="3517900" cy="228600"/>
          </a:xfrm>
          <a:prstGeom prst="roundRect">
            <a:avLst/>
          </a:prstGeom>
          <a:solidFill>
            <a:srgbClr val="070E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D76C492-864C-FC98-6B36-C68F0545E052}"/>
              </a:ext>
            </a:extLst>
          </p:cNvPr>
          <p:cNvSpPr txBox="1"/>
          <p:nvPr/>
        </p:nvSpPr>
        <p:spPr>
          <a:xfrm>
            <a:off x="546100" y="65405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8CCD2"/>
                </a:solidFill>
                <a:latin typeface="Aptos" panose="020B0004020202020204" pitchFamily="34" charset="0"/>
              </a:rPr>
              <a:t>GARDEN NODE  /  OPEN TO ALL</a:t>
            </a:r>
            <a:endParaRPr lang="ko-KR" altLang="en-US" sz="800" b="1">
              <a:solidFill>
                <a:srgbClr val="98CCD2"/>
              </a:solidFill>
              <a:latin typeface="Aptos" panose="020B0004020202020204" pitchFamily="34" charset="0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DB1EE630-68D9-CDDC-D8E0-B5173C65B43F}"/>
              </a:ext>
            </a:extLst>
          </p:cNvPr>
          <p:cNvSpPr/>
          <p:nvPr/>
        </p:nvSpPr>
        <p:spPr>
          <a:xfrm>
            <a:off x="10185400" y="6502400"/>
            <a:ext cx="1587500" cy="228600"/>
          </a:xfrm>
          <a:prstGeom prst="roundRect">
            <a:avLst/>
          </a:prstGeom>
          <a:solidFill>
            <a:srgbClr val="070E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D9FC280-55C1-53F3-CCC6-63FC431EC744}"/>
              </a:ext>
            </a:extLst>
          </p:cNvPr>
          <p:cNvSpPr txBox="1"/>
          <p:nvPr/>
        </p:nvSpPr>
        <p:spPr>
          <a:xfrm>
            <a:off x="10375900" y="6540500"/>
            <a:ext cx="1295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FF75B1"/>
                </a:solidFill>
                <a:latin typeface="Aptos" panose="020B0004020202020204" pitchFamily="34" charset="0"/>
              </a:rPr>
              <a:t>CITY / GREEN</a:t>
            </a:r>
            <a:endParaRPr lang="ko-KR" altLang="en-US" sz="800" b="1">
              <a:solidFill>
                <a:srgbClr val="FF75B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852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사용자 지정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Aptos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Namhyeon Go</dc:creator>
  <cp:lastModifiedBy>Namhyeon Go</cp:lastModifiedBy>
  <cp:revision>1</cp:revision>
  <dcterms:created xsi:type="dcterms:W3CDTF">2026-09-23T10:22:18Z</dcterms:created>
  <dcterms:modified xsi:type="dcterms:W3CDTF">2026-09-23T10:22:18Z</dcterms:modified>
</cp:coreProperties>
</file>